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ipOBdDn087jM5B3XfdbKF6P60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7" name="Google Shape;101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Arial"/>
              <a:ea typeface="Arial"/>
              <a:cs typeface="Arial"/>
              <a:sym typeface="Arial"/>
            </a:endParaRPr>
          </a:p>
        </p:txBody>
      </p:sp>
      <p:sp>
        <p:nvSpPr>
          <p:cNvPr id="1018" name="Google Shape;1018;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5" name="Google Shape;10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InterSystems Challenge for Rakathon 2026: participants can leverage InterSystems IRIS for Health, InterSystems FHIR server, generative AI with vector search, or agent-based approaches to combine these technologies.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 sz="1200">
                <a:solidFill>
                  <a:schemeClr val="dk1"/>
                </a:solidFill>
                <a:latin typeface="Arial"/>
                <a:ea typeface="Arial"/>
                <a:cs typeface="Arial"/>
                <a:sym typeface="Arial"/>
              </a:rPr>
              <a:t>[Sources]</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https://developer.intersystems.com/intersystems-challenge-at-rakathon-2026/</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[/sources]</a:t>
            </a:r>
            <a:endParaRPr/>
          </a:p>
        </p:txBody>
      </p:sp>
      <p:sp>
        <p:nvSpPr>
          <p:cNvPr id="1026" name="Google Shape;10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5" name="Google Shape;105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Agent-based  data access: The user enters  a query. The LLM selects the  available instrument  and its parameters.  The application runs the tool, for example,  for a SQL query or  API call including FHIR, and returns  the result  of the model. The model can choose the next call or build the response.  The tools work within  the scope  of the application's permissions. The schema intentionally preserves   the level of abstraction of the  previous slide.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 sz="1200">
                <a:solidFill>
                  <a:schemeClr val="dk1"/>
                </a:solidFill>
                <a:latin typeface="Arial"/>
                <a:ea typeface="Arial"/>
                <a:cs typeface="Arial"/>
                <a:sym typeface="Arial"/>
              </a:rPr>
              <a:t>[Sources]</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https://developers.openai.com/api/docs/guides/function-calling</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https://help.openai.com/en/articles/8555517-function-calling-in-the-openai-api</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[/sources]</a:t>
            </a:r>
            <a:endParaRPr/>
          </a:p>
        </p:txBody>
      </p:sp>
      <p:sp>
        <p:nvSpPr>
          <p:cNvPr id="1056" name="Google Shape;105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Conceptual architecture provided by the presenter: other clinical systems exchange data bidirectionally with the central FHIR repository, which exchanges data bidirectionally with the solution and can optionally serve as its storage layer.</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[Sources]</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User-provided content. Existing icons from Intersystems_icon_light.pptx, reused from this slide.</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[/Sources]</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[Sources]</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Other clinical systems icons: user-provided Intersystems_icon_light.pptx. Intelligent chart review (slide 12), Health informatics platform (slide 18), Hospital (slide 7), Ambulance (slide 1), Clinical change (slide 2).</a:t>
            </a:r>
            <a:endParaRPr/>
          </a:p>
          <a:p>
            <a:pPr indent="0" lvl="0" marL="0" marR="0" rtl="0" algn="l">
              <a:spcBef>
                <a:spcPts val="0"/>
              </a:spcBef>
              <a:spcAft>
                <a:spcPts val="0"/>
              </a:spcAft>
              <a:buNone/>
            </a:pPr>
            <a:r>
              <a:rPr lang="en" sz="1200">
                <a:solidFill>
                  <a:schemeClr val="dk1"/>
                </a:solidFill>
                <a:latin typeface="Arial"/>
                <a:ea typeface="Arial"/>
                <a:cs typeface="Arial"/>
                <a:sym typeface="Arial"/>
              </a:rPr>
              <a:t>[/Sources]</a:t>
            </a:r>
            <a:endParaRPr/>
          </a:p>
        </p:txBody>
      </p:sp>
      <p:sp>
        <p:nvSpPr>
          <p:cNvPr id="1073" name="Google Shape;107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Distribution of mentors and photos: user documents, 14/10/2026. Prague: Ondřej Hoferek and Gabriel Ing. Brno: Daniil Drozdov and Thomas Dyar. Ostrava: Daniel Kutáč.  Photo  of Ondřej: user background, 10/14/2026. Map: AI-created schematic silhouette of the Czech Republic;  The locations of the cities are approximate.</a:t>
            </a:r>
            <a:endParaRPr/>
          </a:p>
        </p:txBody>
      </p:sp>
      <p:sp>
        <p:nvSpPr>
          <p:cNvPr id="1128" name="Google Shape;11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6" name="Google Shape;116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This is the primary slide used for titles/opening. There are 5 alternative layouts that can be used when needed. </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You can access the alternative layout options by:</a:t>
            </a:r>
            <a:endParaRPr/>
          </a:p>
          <a:p>
            <a:pPr indent="0" lvl="0" marL="0" marR="0" rtl="0" algn="l">
              <a:lnSpc>
                <a:spcPct val="100000"/>
              </a:lnSpc>
              <a:spcBef>
                <a:spcPts val="0"/>
              </a:spcBef>
              <a:spcAft>
                <a:spcPts val="0"/>
              </a:spcAft>
              <a:buClr>
                <a:schemeClr val="dk1"/>
              </a:buClr>
              <a:buSzPts val="1200"/>
              <a:buFont typeface="Arial"/>
              <a:buNone/>
            </a:pPr>
            <a:r>
              <a:rPr lang="en" sz="1200">
                <a:solidFill>
                  <a:schemeClr val="dk1"/>
                </a:solidFill>
                <a:latin typeface="Arial"/>
                <a:ea typeface="Arial"/>
                <a:cs typeface="Arial"/>
                <a:sym typeface="Arial"/>
              </a:rPr>
              <a:t>- Right clicking on the slide thumbnail on the left-hand side &gt; Layout &gt; choose from Title Slide, Title Slide (dark), Title Slide (picture), Title Slide (picture dark), </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and Title Slide (option B).</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The pre-set type sizes and type size recommendations for the Title slides’ title text placeholders are guidance only, if the title is much longer or shorter than the font size allows, it can be either increased or decreased.</a:t>
            </a:r>
            <a:endParaRPr sz="1200">
              <a:solidFill>
                <a:schemeClr val="dk1"/>
              </a:solidFill>
              <a:latin typeface="Arial"/>
              <a:ea typeface="Arial"/>
              <a:cs typeface="Arial"/>
              <a:sym typeface="Arial"/>
            </a:endParaRPr>
          </a:p>
        </p:txBody>
      </p:sp>
      <p:sp>
        <p:nvSpPr>
          <p:cNvPr id="1167" name="Google Shape;116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
        <p:nvSpPr>
          <p:cNvPr id="12" name="Google Shape;12;p12"/>
          <p:cNvSpPr/>
          <p:nvPr>
            <p:ph idx="2" type="pic"/>
          </p:nvPr>
        </p:nvSpPr>
        <p:spPr>
          <a:xfrm>
            <a:off x="3352801" y="355600"/>
            <a:ext cx="2679700" cy="787400"/>
          </a:xfrm>
          <a:prstGeom prst="rect">
            <a:avLst/>
          </a:prstGeom>
          <a:noFill/>
          <a:ln>
            <a:noFill/>
          </a:ln>
        </p:spPr>
      </p:sp>
      <p:sp>
        <p:nvSpPr>
          <p:cNvPr id="13" name="Google Shape;13;p12"/>
          <p:cNvSpPr txBox="1"/>
          <p:nvPr>
            <p:ph type="ctrTitle"/>
          </p:nvPr>
        </p:nvSpPr>
        <p:spPr>
          <a:xfrm>
            <a:off x="546100" y="1524001"/>
            <a:ext cx="7023100" cy="2317750"/>
          </a:xfrm>
          <a:prstGeom prst="rect">
            <a:avLst/>
          </a:prstGeom>
          <a:noFill/>
          <a:ln>
            <a:noFill/>
          </a:ln>
        </p:spPr>
        <p:txBody>
          <a:bodyPr anchorCtr="0" anchor="b" bIns="0" lIns="0" spcFirstLastPara="1" rIns="72000" wrap="square" tIns="0">
            <a:normAutofit/>
          </a:bodyPr>
          <a:lstStyle>
            <a:lvl1pPr lvl="0" algn="l">
              <a:lnSpc>
                <a:spcPct val="100000"/>
              </a:lnSpc>
              <a:spcBef>
                <a:spcPts val="0"/>
              </a:spcBef>
              <a:spcAft>
                <a:spcPts val="0"/>
              </a:spcAft>
              <a:buClr>
                <a:schemeClr val="dk1"/>
              </a:buClr>
              <a:buSzPts val="4400"/>
              <a:buFont typeface="Verdana"/>
              <a:buNone/>
              <a:defRPr sz="4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2"/>
          <p:cNvSpPr txBox="1"/>
          <p:nvPr>
            <p:ph idx="1" type="subTitle"/>
          </p:nvPr>
        </p:nvSpPr>
        <p:spPr>
          <a:xfrm>
            <a:off x="546100" y="3967163"/>
            <a:ext cx="7023100" cy="1224466"/>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dk1"/>
              </a:buClr>
              <a:buSzPts val="1800"/>
              <a:buNone/>
              <a:defRPr sz="1800">
                <a:solidFill>
                  <a:schemeClr val="dk1"/>
                </a:solidFill>
              </a:defRPr>
            </a:lvl1pPr>
            <a:lvl2pPr lvl="1" algn="l">
              <a:lnSpc>
                <a:spcPct val="100000"/>
              </a:lnSpc>
              <a:spcBef>
                <a:spcPts val="0"/>
              </a:spcBef>
              <a:spcAft>
                <a:spcPts val="0"/>
              </a:spcAft>
              <a:buClr>
                <a:schemeClr val="dk1"/>
              </a:buClr>
              <a:buSzPts val="1800"/>
              <a:buChar char="•"/>
              <a:defRPr/>
            </a:lvl2pPr>
            <a:lvl3pPr lvl="2" algn="l">
              <a:lnSpc>
                <a:spcPct val="100000"/>
              </a:lnSpc>
              <a:spcBef>
                <a:spcPts val="0"/>
              </a:spcBef>
              <a:spcAft>
                <a:spcPts val="0"/>
              </a:spcAft>
              <a:buClr>
                <a:schemeClr val="dk1"/>
              </a:buClr>
              <a:buSzPts val="1800"/>
              <a:buChar char="•"/>
              <a:defRPr/>
            </a:lvl3pPr>
            <a:lvl4pPr lvl="3" algn="l">
              <a:lnSpc>
                <a:spcPct val="100000"/>
              </a:lnSpc>
              <a:spcBef>
                <a:spcPts val="0"/>
              </a:spcBef>
              <a:spcAft>
                <a:spcPts val="0"/>
              </a:spcAft>
              <a:buClr>
                <a:schemeClr val="dk1"/>
              </a:buClr>
              <a:buSzPts val="1800"/>
              <a:buChar char="•"/>
              <a:defRPr/>
            </a:lvl4pPr>
            <a:lvl5pPr lvl="4" algn="l">
              <a:lnSpc>
                <a:spcPct val="100000"/>
              </a:lnSpc>
              <a:spcBef>
                <a:spcPts val="0"/>
              </a:spcBef>
              <a:spcAft>
                <a:spcPts val="0"/>
              </a:spcAft>
              <a:buClr>
                <a:schemeClr val="dk1"/>
              </a:buClr>
              <a:buSzPts val="1800"/>
              <a:buChar char="•"/>
              <a:defRPr/>
            </a:lvl5pPr>
            <a:lvl6pPr lvl="5" algn="l">
              <a:lnSpc>
                <a:spcPct val="100000"/>
              </a:lnSpc>
              <a:spcBef>
                <a:spcPts val="0"/>
              </a:spcBef>
              <a:spcAft>
                <a:spcPts val="0"/>
              </a:spcAft>
              <a:buClr>
                <a:schemeClr val="dk1"/>
              </a:buClr>
              <a:buSzPts val="1800"/>
              <a:buChar char="•"/>
              <a:defRPr/>
            </a:lvl6pPr>
            <a:lvl7pPr lvl="6" algn="l">
              <a:lnSpc>
                <a:spcPct val="100000"/>
              </a:lnSpc>
              <a:spcBef>
                <a:spcPts val="0"/>
              </a:spcBef>
              <a:spcAft>
                <a:spcPts val="0"/>
              </a:spcAft>
              <a:buClr>
                <a:schemeClr val="dk1"/>
              </a:buClr>
              <a:buSzPts val="1800"/>
              <a:buChar char="•"/>
              <a:defRPr/>
            </a:lvl7pPr>
            <a:lvl8pPr lvl="7" algn="l">
              <a:lnSpc>
                <a:spcPct val="100000"/>
              </a:lnSpc>
              <a:spcBef>
                <a:spcPts val="0"/>
              </a:spcBef>
              <a:spcAft>
                <a:spcPts val="0"/>
              </a:spcAft>
              <a:buClr>
                <a:schemeClr val="dk1"/>
              </a:buClr>
              <a:buSzPts val="1800"/>
              <a:buChar char="•"/>
              <a:defRPr/>
            </a:lvl8pPr>
            <a:lvl9pPr lvl="8" algn="l">
              <a:lnSpc>
                <a:spcPct val="100000"/>
              </a:lnSpc>
              <a:spcBef>
                <a:spcPts val="0"/>
              </a:spcBef>
              <a:spcAft>
                <a:spcPts val="0"/>
              </a:spcAft>
              <a:buClr>
                <a:schemeClr val="dk1"/>
              </a:buClr>
              <a:buSzPts val="1800"/>
              <a:buChar char="•"/>
              <a:defRPr/>
            </a:lvl9pPr>
          </a:lstStyle>
          <a:p/>
        </p:txBody>
      </p:sp>
      <p:sp>
        <p:nvSpPr>
          <p:cNvPr id="15" name="Google Shape;15;p12"/>
          <p:cNvSpPr/>
          <p:nvPr/>
        </p:nvSpPr>
        <p:spPr>
          <a:xfrm>
            <a:off x="570977" y="459740"/>
            <a:ext cx="2219325" cy="591820"/>
          </a:xfrm>
          <a:prstGeom prst="rect">
            <a:avLst/>
          </a:prstGeom>
          <a:noFill/>
          <a:ln>
            <a:noFill/>
          </a:ln>
        </p:spPr>
      </p:sp>
      <p:sp>
        <p:nvSpPr>
          <p:cNvPr id="16" name="Google Shape;16;p12"/>
          <p:cNvSpPr/>
          <p:nvPr/>
        </p:nvSpPr>
        <p:spPr>
          <a:xfrm>
            <a:off x="11636180" y="2608096"/>
            <a:ext cx="784673" cy="2986532"/>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cap="flat" cmpd="sng" w="19050">
            <a:solidFill>
              <a:schemeClr val="accent2">
                <a:alpha val="2509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17" name="Google Shape;17;p12"/>
          <p:cNvSpPr/>
          <p:nvPr/>
        </p:nvSpPr>
        <p:spPr>
          <a:xfrm>
            <a:off x="11243843" y="2846440"/>
            <a:ext cx="784673" cy="2986532"/>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cap="flat" cmpd="sng" w="19050">
            <a:solidFill>
              <a:schemeClr val="accent2">
                <a:alpha val="34902"/>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18" name="Google Shape;18;p12"/>
          <p:cNvSpPr/>
          <p:nvPr/>
        </p:nvSpPr>
        <p:spPr>
          <a:xfrm>
            <a:off x="10851507" y="3084784"/>
            <a:ext cx="784673" cy="2986532"/>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0">
                <a:srgbClr val="78E3DE">
                  <a:alpha val="56078"/>
                </a:srgbClr>
              </a:gs>
              <a:gs pos="100000">
                <a:srgbClr val="00B2A9">
                  <a:alpha val="34902"/>
                </a:srgbClr>
              </a:gs>
            </a:gsLst>
            <a:lin ang="6900000" scaled="0"/>
          </a:gradFill>
          <a:ln cap="flat" cmpd="sng" w="19050">
            <a:solidFill>
              <a:srgbClr val="00B2A9">
                <a:alpha val="27059"/>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19" name="Google Shape;19;p12"/>
          <p:cNvSpPr/>
          <p:nvPr/>
        </p:nvSpPr>
        <p:spPr>
          <a:xfrm>
            <a:off x="10459170" y="3323128"/>
            <a:ext cx="784673" cy="2986532"/>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cap="flat" cmpd="sng" w="19050">
            <a:solidFill>
              <a:schemeClr val="accent3">
                <a:alpha val="23922"/>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20" name="Google Shape;20;p12"/>
          <p:cNvSpPr/>
          <p:nvPr/>
        </p:nvSpPr>
        <p:spPr>
          <a:xfrm>
            <a:off x="10066834" y="3551947"/>
            <a:ext cx="784673" cy="2986532"/>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cap="flat" cmpd="sng" w="19050">
            <a:solidFill>
              <a:schemeClr val="dk2">
                <a:alpha val="3607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21" name="Google Shape;21;p12"/>
          <p:cNvSpPr/>
          <p:nvPr/>
        </p:nvSpPr>
        <p:spPr>
          <a:xfrm>
            <a:off x="9674497" y="3799816"/>
            <a:ext cx="784673" cy="2986532"/>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0">
                <a:srgbClr val="92C0E9">
                  <a:alpha val="76863"/>
                </a:srgbClr>
              </a:gs>
              <a:gs pos="33000">
                <a:srgbClr val="92C0E9">
                  <a:alpha val="78039"/>
                </a:srgbClr>
              </a:gs>
              <a:gs pos="64198">
                <a:srgbClr val="C5B4E2">
                  <a:alpha val="61176"/>
                </a:srgbClr>
              </a:gs>
              <a:gs pos="100000">
                <a:srgbClr val="2F2A95">
                  <a:alpha val="30980"/>
                </a:srgbClr>
              </a:gs>
            </a:gsLst>
            <a:lin ang="6900000" scaled="0"/>
          </a:gradFill>
          <a:ln cap="flat" cmpd="sng" w="19050">
            <a:solidFill>
              <a:srgbClr val="4392D9">
                <a:alpha val="27059"/>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22" name="Google Shape;22;p12"/>
          <p:cNvSpPr/>
          <p:nvPr/>
        </p:nvSpPr>
        <p:spPr>
          <a:xfrm>
            <a:off x="9282161" y="4038160"/>
            <a:ext cx="784673" cy="2986532"/>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cap="flat" cmpd="sng" w="19050">
            <a:solidFill>
              <a:schemeClr val="accent3">
                <a:alpha val="23137"/>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23" name="Google Shape;23;p12"/>
          <p:cNvSpPr/>
          <p:nvPr/>
        </p:nvSpPr>
        <p:spPr>
          <a:xfrm>
            <a:off x="8889824" y="4276504"/>
            <a:ext cx="784673" cy="2986532"/>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0">
                <a:srgbClr val="00B2A9">
                  <a:alpha val="25098"/>
                </a:srgbClr>
              </a:gs>
              <a:gs pos="49500">
                <a:srgbClr val="82B6E5">
                  <a:alpha val="52941"/>
                </a:srgbClr>
              </a:gs>
              <a:gs pos="100000">
                <a:srgbClr val="C5B4E2">
                  <a:alpha val="70196"/>
                </a:srgbClr>
              </a:gs>
            </a:gsLst>
            <a:lin ang="6900000" scaled="0"/>
          </a:gradFill>
          <a:ln cap="flat" cmpd="sng" w="19050">
            <a:solidFill>
              <a:srgbClr val="00B2A9">
                <a:alpha val="63137"/>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24" name="Google Shape;24;p12"/>
          <p:cNvSpPr/>
          <p:nvPr/>
        </p:nvSpPr>
        <p:spPr>
          <a:xfrm>
            <a:off x="8497488" y="4514848"/>
            <a:ext cx="784673" cy="2986532"/>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cap="flat" cmpd="sng" w="19050">
            <a:solidFill>
              <a:schemeClr val="dk2">
                <a:alpha val="3607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25" name="Google Shape;25;p12"/>
          <p:cNvSpPr/>
          <p:nvPr/>
        </p:nvSpPr>
        <p:spPr>
          <a:xfrm>
            <a:off x="8121224" y="4753193"/>
            <a:ext cx="768600" cy="2978557"/>
          </a:xfrm>
          <a:custGeom>
            <a:rect b="b" l="l" r="r" t="t"/>
            <a:pathLst>
              <a:path extrusionOk="0" h="2978557" w="768600">
                <a:moveTo>
                  <a:pt x="0" y="0"/>
                </a:moveTo>
                <a:lnTo>
                  <a:pt x="768600" y="381382"/>
                </a:lnTo>
                <a:lnTo>
                  <a:pt x="768600" y="507334"/>
                </a:lnTo>
                <a:lnTo>
                  <a:pt x="768600" y="2852605"/>
                </a:lnTo>
                <a:lnTo>
                  <a:pt x="768600" y="2978557"/>
                </a:lnTo>
                <a:lnTo>
                  <a:pt x="0" y="2597175"/>
                </a:lnTo>
                <a:lnTo>
                  <a:pt x="0" y="2471223"/>
                </a:lnTo>
                <a:lnTo>
                  <a:pt x="0" y="125952"/>
                </a:lnTo>
                <a:close/>
              </a:path>
            </a:pathLst>
          </a:custGeom>
          <a:noFill/>
          <a:ln cap="flat" cmpd="sng" w="19050">
            <a:solidFill>
              <a:schemeClr val="accent2">
                <a:alpha val="47843"/>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26" name="Google Shape;26;p12"/>
          <p:cNvSpPr/>
          <p:nvPr/>
        </p:nvSpPr>
        <p:spPr>
          <a:xfrm>
            <a:off x="7714910" y="4987549"/>
            <a:ext cx="782578" cy="2978557"/>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0">
                <a:srgbClr val="92C0E9">
                  <a:alpha val="40000"/>
                </a:srgbClr>
              </a:gs>
              <a:gs pos="61000">
                <a:srgbClr val="2F2A95">
                  <a:alpha val="41961"/>
                </a:srgbClr>
              </a:gs>
              <a:gs pos="100000">
                <a:srgbClr val="8C6AC5">
                  <a:alpha val="61961"/>
                </a:srgbClr>
              </a:gs>
            </a:gsLst>
            <a:lin ang="6900000" scaled="0"/>
          </a:gradFill>
          <a:ln cap="flat" cmpd="sng" w="19050">
            <a:solidFill>
              <a:srgbClr val="92C0E9">
                <a:alpha val="27059"/>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27" name="Google Shape;27;p12"/>
          <p:cNvSpPr/>
          <p:nvPr/>
        </p:nvSpPr>
        <p:spPr>
          <a:xfrm>
            <a:off x="7338646" y="5225894"/>
            <a:ext cx="782578" cy="2978557"/>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cap="flat" cmpd="sng" w="19050">
            <a:solidFill>
              <a:schemeClr val="accent2">
                <a:alpha val="47843"/>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28" name="Google Shape;28;p12"/>
          <p:cNvSpPr/>
          <p:nvPr/>
        </p:nvSpPr>
        <p:spPr>
          <a:xfrm>
            <a:off x="6932332" y="5464237"/>
            <a:ext cx="782578" cy="2978557"/>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cap="flat" cmpd="sng" w="19050">
            <a:solidFill>
              <a:schemeClr val="accent2">
                <a:alpha val="2509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29" name="Google Shape;29;p12"/>
          <p:cNvSpPr/>
          <p:nvPr/>
        </p:nvSpPr>
        <p:spPr>
          <a:xfrm>
            <a:off x="6570045" y="5698595"/>
            <a:ext cx="768600" cy="2978557"/>
          </a:xfrm>
          <a:custGeom>
            <a:rect b="b" l="l" r="r" t="t"/>
            <a:pathLst>
              <a:path extrusionOk="0" h="2978557" w="768600">
                <a:moveTo>
                  <a:pt x="0" y="0"/>
                </a:moveTo>
                <a:lnTo>
                  <a:pt x="768600" y="381382"/>
                </a:lnTo>
                <a:lnTo>
                  <a:pt x="768600" y="507334"/>
                </a:lnTo>
                <a:lnTo>
                  <a:pt x="768600" y="2852605"/>
                </a:lnTo>
                <a:lnTo>
                  <a:pt x="768600" y="2978557"/>
                </a:lnTo>
                <a:lnTo>
                  <a:pt x="0" y="2597175"/>
                </a:lnTo>
                <a:lnTo>
                  <a:pt x="0" y="2471223"/>
                </a:lnTo>
                <a:lnTo>
                  <a:pt x="0" y="125952"/>
                </a:lnTo>
                <a:close/>
              </a:path>
            </a:pathLst>
          </a:custGeom>
          <a:gradFill>
            <a:gsLst>
              <a:gs pos="0">
                <a:srgbClr val="92C0E9">
                  <a:alpha val="14902"/>
                </a:srgbClr>
              </a:gs>
              <a:gs pos="64000">
                <a:srgbClr val="4392D9">
                  <a:alpha val="56078"/>
                </a:srgbClr>
              </a:gs>
              <a:gs pos="100000">
                <a:srgbClr val="4392D9">
                  <a:alpha val="56078"/>
                </a:srgbClr>
              </a:gs>
            </a:gsLst>
            <a:lin ang="6900000" scaled="0"/>
          </a:gradFill>
          <a:ln cap="flat" cmpd="sng" w="19050">
            <a:solidFill>
              <a:srgbClr val="92C0E9">
                <a:alpha val="21961"/>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0" name="Google Shape;30;p12"/>
          <p:cNvSpPr/>
          <p:nvPr/>
        </p:nvSpPr>
        <p:spPr>
          <a:xfrm>
            <a:off x="6149754" y="5932951"/>
            <a:ext cx="782578" cy="2978557"/>
          </a:xfrm>
          <a:custGeom>
            <a:rect b="b" l="l" r="r" t="t"/>
            <a:pathLst>
              <a:path extrusionOk="0" h="2986532" w="784673">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cap="flat" cmpd="sng" w="19050">
            <a:solidFill>
              <a:schemeClr val="accent2">
                <a:alpha val="2509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1" name="Google Shape;31;p12"/>
          <p:cNvSpPr/>
          <p:nvPr/>
        </p:nvSpPr>
        <p:spPr>
          <a:xfrm>
            <a:off x="11388052" y="297668"/>
            <a:ext cx="505497" cy="1876119"/>
          </a:xfrm>
          <a:custGeom>
            <a:rect b="b" l="l" r="r" t="t"/>
            <a:pathLst>
              <a:path extrusionOk="0" h="3140827" w="846259">
                <a:moveTo>
                  <a:pt x="0" y="0"/>
                </a:moveTo>
                <a:lnTo>
                  <a:pt x="846259" y="419916"/>
                </a:lnTo>
                <a:lnTo>
                  <a:pt x="846259" y="3140827"/>
                </a:lnTo>
                <a:lnTo>
                  <a:pt x="0" y="2720911"/>
                </a:lnTo>
                <a:close/>
              </a:path>
            </a:pathLst>
          </a:custGeom>
          <a:noFill/>
          <a:ln cap="flat" cmpd="sng" w="19050">
            <a:solidFill>
              <a:schemeClr val="accent2">
                <a:alpha val="2509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2" name="Google Shape;32;p12"/>
          <p:cNvSpPr/>
          <p:nvPr/>
        </p:nvSpPr>
        <p:spPr>
          <a:xfrm>
            <a:off x="11136184" y="431980"/>
            <a:ext cx="505497" cy="1876119"/>
          </a:xfrm>
          <a:custGeom>
            <a:rect b="b" l="l" r="r" t="t"/>
            <a:pathLst>
              <a:path extrusionOk="0" h="3140827" w="846259">
                <a:moveTo>
                  <a:pt x="0" y="0"/>
                </a:moveTo>
                <a:lnTo>
                  <a:pt x="846259" y="419916"/>
                </a:lnTo>
                <a:lnTo>
                  <a:pt x="846259" y="3140827"/>
                </a:lnTo>
                <a:lnTo>
                  <a:pt x="0" y="2720911"/>
                </a:lnTo>
                <a:close/>
              </a:path>
            </a:pathLst>
          </a:custGeom>
          <a:gradFill>
            <a:gsLst>
              <a:gs pos="0">
                <a:srgbClr val="66DFD9">
                  <a:alpha val="12941"/>
                </a:srgbClr>
              </a:gs>
              <a:gs pos="72000">
                <a:srgbClr val="00B2A9">
                  <a:alpha val="30980"/>
                </a:srgbClr>
              </a:gs>
              <a:gs pos="100000">
                <a:srgbClr val="2F2A95">
                  <a:alpha val="34902"/>
                </a:srgbClr>
              </a:gs>
            </a:gsLst>
            <a:lin ang="6900000" scaled="0"/>
          </a:gradFill>
          <a:ln cap="flat" cmpd="sng" w="19050">
            <a:solidFill>
              <a:srgbClr val="00B2A9">
                <a:alpha val="7059"/>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3" name="Google Shape;33;p12"/>
          <p:cNvSpPr/>
          <p:nvPr/>
        </p:nvSpPr>
        <p:spPr>
          <a:xfrm>
            <a:off x="10882555" y="583989"/>
            <a:ext cx="505497" cy="1876119"/>
          </a:xfrm>
          <a:custGeom>
            <a:rect b="b" l="l" r="r" t="t"/>
            <a:pathLst>
              <a:path extrusionOk="0" h="3140827" w="846259">
                <a:moveTo>
                  <a:pt x="0" y="0"/>
                </a:moveTo>
                <a:lnTo>
                  <a:pt x="846259" y="419916"/>
                </a:lnTo>
                <a:lnTo>
                  <a:pt x="846259" y="3140827"/>
                </a:lnTo>
                <a:lnTo>
                  <a:pt x="0" y="2720911"/>
                </a:lnTo>
                <a:close/>
              </a:path>
            </a:pathLst>
          </a:custGeom>
          <a:gradFill>
            <a:gsLst>
              <a:gs pos="0">
                <a:srgbClr val="78E3DE">
                  <a:alpha val="34118"/>
                </a:srgbClr>
              </a:gs>
              <a:gs pos="99000">
                <a:srgbClr val="00B0A7">
                  <a:alpha val="23137"/>
                </a:srgbClr>
              </a:gs>
              <a:gs pos="100000">
                <a:srgbClr val="00B0A7">
                  <a:alpha val="23137"/>
                </a:srgbClr>
              </a:gs>
            </a:gsLst>
            <a:lin ang="6900000" scaled="0"/>
          </a:gradFill>
          <a:ln cap="flat" cmpd="sng" w="19050">
            <a:solidFill>
              <a:srgbClr val="00B0A7">
                <a:alpha val="20000"/>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4" name="Google Shape;34;p12"/>
          <p:cNvSpPr/>
          <p:nvPr/>
        </p:nvSpPr>
        <p:spPr>
          <a:xfrm>
            <a:off x="10630687" y="735998"/>
            <a:ext cx="505497" cy="1876119"/>
          </a:xfrm>
          <a:custGeom>
            <a:rect b="b" l="l" r="r" t="t"/>
            <a:pathLst>
              <a:path extrusionOk="0" h="3140827" w="846259">
                <a:moveTo>
                  <a:pt x="0" y="0"/>
                </a:moveTo>
                <a:lnTo>
                  <a:pt x="846259" y="419916"/>
                </a:lnTo>
                <a:lnTo>
                  <a:pt x="846259" y="3140827"/>
                </a:lnTo>
                <a:lnTo>
                  <a:pt x="0" y="2720911"/>
                </a:lnTo>
                <a:close/>
              </a:path>
            </a:pathLst>
          </a:custGeom>
          <a:gradFill>
            <a:gsLst>
              <a:gs pos="0">
                <a:srgbClr val="92C0E9">
                  <a:alpha val="14118"/>
                </a:srgbClr>
              </a:gs>
              <a:gs pos="100000">
                <a:srgbClr val="4392D9">
                  <a:alpha val="36863"/>
                </a:srgbClr>
              </a:gs>
            </a:gsLst>
            <a:lin ang="6900000" scaled="0"/>
          </a:gradFill>
          <a:ln cap="flat" cmpd="sng" w="19050">
            <a:solidFill>
              <a:srgbClr val="92C0E9">
                <a:alpha val="20000"/>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5" name="Google Shape;35;p12"/>
          <p:cNvSpPr/>
          <p:nvPr/>
        </p:nvSpPr>
        <p:spPr>
          <a:xfrm>
            <a:off x="10377058" y="888007"/>
            <a:ext cx="505497" cy="1876119"/>
          </a:xfrm>
          <a:custGeom>
            <a:rect b="b" l="l" r="r" t="t"/>
            <a:pathLst>
              <a:path extrusionOk="0" h="3140827" w="846259">
                <a:moveTo>
                  <a:pt x="0" y="0"/>
                </a:moveTo>
                <a:lnTo>
                  <a:pt x="846259" y="419916"/>
                </a:lnTo>
                <a:lnTo>
                  <a:pt x="846259" y="3140827"/>
                </a:lnTo>
                <a:lnTo>
                  <a:pt x="0" y="2720911"/>
                </a:lnTo>
                <a:close/>
              </a:path>
            </a:pathLst>
          </a:custGeom>
          <a:noFill/>
          <a:ln cap="flat" cmpd="sng" w="19050">
            <a:solidFill>
              <a:schemeClr val="accent2">
                <a:alpha val="2509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6" name="Google Shape;36;p12"/>
          <p:cNvSpPr/>
          <p:nvPr/>
        </p:nvSpPr>
        <p:spPr>
          <a:xfrm>
            <a:off x="10125190" y="1040016"/>
            <a:ext cx="505497" cy="1876119"/>
          </a:xfrm>
          <a:custGeom>
            <a:rect b="b" l="l" r="r" t="t"/>
            <a:pathLst>
              <a:path extrusionOk="0" h="3140827" w="846259">
                <a:moveTo>
                  <a:pt x="0" y="0"/>
                </a:moveTo>
                <a:lnTo>
                  <a:pt x="846259" y="419916"/>
                </a:lnTo>
                <a:lnTo>
                  <a:pt x="846259" y="3140827"/>
                </a:lnTo>
                <a:lnTo>
                  <a:pt x="0" y="2720911"/>
                </a:lnTo>
                <a:close/>
              </a:path>
            </a:pathLst>
          </a:custGeom>
          <a:noFill/>
          <a:ln cap="flat" cmpd="sng" w="19050">
            <a:solidFill>
              <a:schemeClr val="accent2">
                <a:alpha val="2509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7" name="Google Shape;37;p12"/>
          <p:cNvSpPr/>
          <p:nvPr/>
        </p:nvSpPr>
        <p:spPr>
          <a:xfrm>
            <a:off x="9871561" y="1192025"/>
            <a:ext cx="505497" cy="1876119"/>
          </a:xfrm>
          <a:custGeom>
            <a:rect b="b" l="l" r="r" t="t"/>
            <a:pathLst>
              <a:path extrusionOk="0" h="3140827" w="846259">
                <a:moveTo>
                  <a:pt x="0" y="0"/>
                </a:moveTo>
                <a:lnTo>
                  <a:pt x="846259" y="419916"/>
                </a:lnTo>
                <a:lnTo>
                  <a:pt x="846259" y="3140827"/>
                </a:lnTo>
                <a:lnTo>
                  <a:pt x="0" y="2720911"/>
                </a:lnTo>
                <a:close/>
              </a:path>
            </a:pathLst>
          </a:custGeom>
          <a:noFill/>
          <a:ln cap="flat" cmpd="sng" w="19050">
            <a:solidFill>
              <a:srgbClr val="8BBCE7">
                <a:alpha val="83922"/>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8" name="Google Shape;38;p12"/>
          <p:cNvSpPr/>
          <p:nvPr/>
        </p:nvSpPr>
        <p:spPr>
          <a:xfrm>
            <a:off x="9619693" y="1344034"/>
            <a:ext cx="505497" cy="1876119"/>
          </a:xfrm>
          <a:custGeom>
            <a:rect b="b" l="l" r="r" t="t"/>
            <a:pathLst>
              <a:path extrusionOk="0" h="3140827" w="846259">
                <a:moveTo>
                  <a:pt x="0" y="0"/>
                </a:moveTo>
                <a:lnTo>
                  <a:pt x="846259" y="419916"/>
                </a:lnTo>
                <a:lnTo>
                  <a:pt x="846259" y="3140827"/>
                </a:lnTo>
                <a:lnTo>
                  <a:pt x="0" y="2720911"/>
                </a:lnTo>
                <a:close/>
              </a:path>
            </a:pathLst>
          </a:custGeom>
          <a:gradFill>
            <a:gsLst>
              <a:gs pos="0">
                <a:srgbClr val="C5B4E2">
                  <a:alpha val="34902"/>
                </a:srgbClr>
              </a:gs>
              <a:gs pos="100000">
                <a:srgbClr val="2F2A95">
                  <a:alpha val="30980"/>
                </a:srgbClr>
              </a:gs>
            </a:gsLst>
            <a:lin ang="6900000" scaled="0"/>
          </a:gradFill>
          <a:ln cap="flat" cmpd="sng" w="19050">
            <a:solidFill>
              <a:srgbClr val="C5B4E2">
                <a:alpha val="20000"/>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9" name="Google Shape;39;p12"/>
          <p:cNvSpPr/>
          <p:nvPr/>
        </p:nvSpPr>
        <p:spPr>
          <a:xfrm>
            <a:off x="9366064" y="1496043"/>
            <a:ext cx="505497" cy="1876119"/>
          </a:xfrm>
          <a:custGeom>
            <a:rect b="b" l="l" r="r" t="t"/>
            <a:pathLst>
              <a:path extrusionOk="0" h="3140827" w="846259">
                <a:moveTo>
                  <a:pt x="0" y="0"/>
                </a:moveTo>
                <a:lnTo>
                  <a:pt x="846259" y="419916"/>
                </a:lnTo>
                <a:lnTo>
                  <a:pt x="846259" y="3140827"/>
                </a:lnTo>
                <a:lnTo>
                  <a:pt x="0" y="2720911"/>
                </a:lnTo>
                <a:close/>
              </a:path>
            </a:pathLst>
          </a:custGeom>
          <a:noFill/>
          <a:ln cap="flat" cmpd="sng" w="19050">
            <a:solidFill>
              <a:schemeClr val="accent2">
                <a:alpha val="2509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40" name="Google Shape;40;p12"/>
          <p:cNvSpPr/>
          <p:nvPr/>
        </p:nvSpPr>
        <p:spPr>
          <a:xfrm>
            <a:off x="9114196" y="1648052"/>
            <a:ext cx="505497" cy="1876119"/>
          </a:xfrm>
          <a:custGeom>
            <a:rect b="b" l="l" r="r" t="t"/>
            <a:pathLst>
              <a:path extrusionOk="0" h="3140827" w="846259">
                <a:moveTo>
                  <a:pt x="0" y="0"/>
                </a:moveTo>
                <a:lnTo>
                  <a:pt x="846259" y="419916"/>
                </a:lnTo>
                <a:lnTo>
                  <a:pt x="846259" y="3140827"/>
                </a:lnTo>
                <a:lnTo>
                  <a:pt x="0" y="2720911"/>
                </a:lnTo>
                <a:close/>
              </a:path>
            </a:pathLst>
          </a:custGeom>
          <a:noFill/>
          <a:ln cap="flat" cmpd="sng" w="19050">
            <a:solidFill>
              <a:schemeClr val="accent2">
                <a:alpha val="2509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41" name="Google Shape;41;p12"/>
          <p:cNvSpPr/>
          <p:nvPr/>
        </p:nvSpPr>
        <p:spPr>
          <a:xfrm>
            <a:off x="8860567" y="1800061"/>
            <a:ext cx="505497" cy="1876119"/>
          </a:xfrm>
          <a:custGeom>
            <a:rect b="b" l="l" r="r" t="t"/>
            <a:pathLst>
              <a:path extrusionOk="0" h="3140827" w="846259">
                <a:moveTo>
                  <a:pt x="0" y="0"/>
                </a:moveTo>
                <a:lnTo>
                  <a:pt x="846259" y="419916"/>
                </a:lnTo>
                <a:lnTo>
                  <a:pt x="846259" y="3140827"/>
                </a:lnTo>
                <a:lnTo>
                  <a:pt x="0" y="2720911"/>
                </a:lnTo>
                <a:close/>
              </a:path>
            </a:pathLst>
          </a:custGeom>
          <a:gradFill>
            <a:gsLst>
              <a:gs pos="0">
                <a:srgbClr val="8C6AC5">
                  <a:alpha val="27843"/>
                </a:srgbClr>
              </a:gs>
              <a:gs pos="41000">
                <a:srgbClr val="92C0E9">
                  <a:alpha val="41961"/>
                </a:srgbClr>
              </a:gs>
              <a:gs pos="59000">
                <a:srgbClr val="92C0E9">
                  <a:alpha val="63137"/>
                </a:srgbClr>
              </a:gs>
              <a:gs pos="99083">
                <a:srgbClr val="006990">
                  <a:alpha val="25098"/>
                </a:srgbClr>
              </a:gs>
              <a:gs pos="100000">
                <a:srgbClr val="006990">
                  <a:alpha val="25098"/>
                </a:srgbClr>
              </a:gs>
            </a:gsLst>
            <a:lin ang="6900000" scaled="0"/>
          </a:gradFill>
          <a:ln cap="flat" cmpd="sng" w="19050">
            <a:solidFill>
              <a:srgbClr val="C5B4E2">
                <a:alpha val="36078"/>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42" name="Google Shape;42;p12"/>
          <p:cNvSpPr/>
          <p:nvPr/>
        </p:nvSpPr>
        <p:spPr>
          <a:xfrm>
            <a:off x="8598128" y="1952070"/>
            <a:ext cx="516068" cy="1881363"/>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rgbClr val="8BBCE7">
                <a:alpha val="83922"/>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43" name="Google Shape;43;p12"/>
          <p:cNvSpPr/>
          <p:nvPr/>
        </p:nvSpPr>
        <p:spPr>
          <a:xfrm>
            <a:off x="8355070" y="2109323"/>
            <a:ext cx="505497" cy="1876119"/>
          </a:xfrm>
          <a:custGeom>
            <a:rect b="b" l="l" r="r" t="t"/>
            <a:pathLst>
              <a:path extrusionOk="0" h="3140827" w="846259">
                <a:moveTo>
                  <a:pt x="0" y="0"/>
                </a:moveTo>
                <a:lnTo>
                  <a:pt x="846259" y="419916"/>
                </a:lnTo>
                <a:lnTo>
                  <a:pt x="846259" y="3140827"/>
                </a:lnTo>
                <a:lnTo>
                  <a:pt x="0" y="2720911"/>
                </a:lnTo>
                <a:close/>
              </a:path>
            </a:pathLst>
          </a:custGeom>
          <a:gradFill>
            <a:gsLst>
              <a:gs pos="0">
                <a:srgbClr val="92C0E9">
                  <a:alpha val="30196"/>
                </a:srgbClr>
              </a:gs>
              <a:gs pos="100000">
                <a:srgbClr val="2D288F">
                  <a:alpha val="32157"/>
                </a:srgbClr>
              </a:gs>
            </a:gsLst>
            <a:lin ang="6900000" scaled="0"/>
          </a:gradFill>
          <a:ln cap="flat" cmpd="sng" w="19050">
            <a:solidFill>
              <a:srgbClr val="8BBCE7">
                <a:alpha val="27059"/>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44" name="Google Shape;44;p12"/>
          <p:cNvSpPr/>
          <p:nvPr/>
        </p:nvSpPr>
        <p:spPr>
          <a:xfrm>
            <a:off x="5801445" y="6167312"/>
            <a:ext cx="768600" cy="2978557"/>
          </a:xfrm>
          <a:custGeom>
            <a:rect b="b" l="l" r="r" t="t"/>
            <a:pathLst>
              <a:path extrusionOk="0" h="2978557" w="768600">
                <a:moveTo>
                  <a:pt x="0" y="0"/>
                </a:moveTo>
                <a:lnTo>
                  <a:pt x="768600" y="381382"/>
                </a:lnTo>
                <a:lnTo>
                  <a:pt x="768600" y="507334"/>
                </a:lnTo>
                <a:lnTo>
                  <a:pt x="768600" y="2852605"/>
                </a:lnTo>
                <a:lnTo>
                  <a:pt x="768600" y="2978557"/>
                </a:lnTo>
                <a:lnTo>
                  <a:pt x="0" y="2597175"/>
                </a:lnTo>
                <a:lnTo>
                  <a:pt x="0" y="2471223"/>
                </a:lnTo>
                <a:lnTo>
                  <a:pt x="0" y="125952"/>
                </a:lnTo>
                <a:close/>
              </a:path>
            </a:pathLst>
          </a:custGeom>
          <a:gradFill>
            <a:gsLst>
              <a:gs pos="0">
                <a:srgbClr val="92C0E9">
                  <a:alpha val="18039"/>
                </a:srgbClr>
              </a:gs>
              <a:gs pos="100000">
                <a:srgbClr val="4392D9">
                  <a:alpha val="9020"/>
                </a:srgbClr>
              </a:gs>
            </a:gsLst>
            <a:lin ang="6900000" scaled="0"/>
          </a:gradFill>
          <a:ln cap="flat" cmpd="sng" w="19050">
            <a:solidFill>
              <a:srgbClr val="92C0E9">
                <a:alpha val="1961"/>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45" name="Google Shape;45;p12"/>
          <p:cNvSpPr/>
          <p:nvPr/>
        </p:nvSpPr>
        <p:spPr>
          <a:xfrm>
            <a:off x="8092631" y="2261331"/>
            <a:ext cx="505497" cy="1876119"/>
          </a:xfrm>
          <a:custGeom>
            <a:rect b="b" l="l" r="r" t="t"/>
            <a:pathLst>
              <a:path extrusionOk="0" h="3140827" w="846259">
                <a:moveTo>
                  <a:pt x="0" y="0"/>
                </a:moveTo>
                <a:lnTo>
                  <a:pt x="846259" y="419916"/>
                </a:lnTo>
                <a:lnTo>
                  <a:pt x="846259" y="3140827"/>
                </a:lnTo>
                <a:lnTo>
                  <a:pt x="0" y="2720911"/>
                </a:lnTo>
                <a:close/>
              </a:path>
            </a:pathLst>
          </a:custGeom>
          <a:noFill/>
          <a:ln cap="flat" cmpd="sng" w="19050">
            <a:solidFill>
              <a:srgbClr val="8BBCE7">
                <a:alpha val="83922"/>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46" name="Google Shape;46;p12"/>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800"/>
                                  </p:stCondLst>
                                  <p:childTnLst>
                                    <p:set>
                                      <p:cBhvr>
                                        <p:cTn dur="1" fill="hold">
                                          <p:stCondLst>
                                            <p:cond delay="0"/>
                                          </p:stCondLst>
                                        </p:cTn>
                                        <p:tgtEl>
                                          <p:spTgt spid="13"/>
                                        </p:tgtEl>
                                        <p:attrNameLst>
                                          <p:attrName>style.visibility</p:attrName>
                                        </p:attrNameLst>
                                      </p:cBhvr>
                                      <p:to>
                                        <p:strVal val="visible"/>
                                      </p:to>
                                    </p:set>
                                    <p:animEffect filter="fade" transition="in">
                                      <p:cBhvr>
                                        <p:cTn dur="500"/>
                                        <p:tgtEl>
                                          <p:spTgt spid="13"/>
                                        </p:tgtEl>
                                      </p:cBhvr>
                                    </p:animEffect>
                                  </p:childTnLst>
                                </p:cTn>
                              </p:par>
                            </p:childTnLst>
                          </p:cTn>
                        </p:par>
                        <p:par>
                          <p:cTn fill="hold">
                            <p:stCondLst>
                              <p:cond delay="500"/>
                            </p:stCondLst>
                            <p:childTnLst>
                              <p:par>
                                <p:cTn fill="hold" nodeType="afterEffect" presetClass="entr" presetID="10" presetSubtype="0">
                                  <p:stCondLst>
                                    <p:cond delay="800"/>
                                  </p:stCondLst>
                                  <p:childTnLst>
                                    <p:set>
                                      <p:cBhvr>
                                        <p:cTn dur="1" fill="hold">
                                          <p:stCondLst>
                                            <p:cond delay="0"/>
                                          </p:stCondLst>
                                        </p:cTn>
                                        <p:tgtEl>
                                          <p:spTgt spid="14"/>
                                        </p:tgtEl>
                                        <p:attrNameLst>
                                          <p:attrName>style.visibility</p:attrName>
                                        </p:attrNameLst>
                                      </p:cBhvr>
                                      <p:to>
                                        <p:strVal val="visible"/>
                                      </p:to>
                                    </p:set>
                                    <p:animEffect filter="fade" transition="in">
                                      <p:cBhvr>
                                        <p:cTn dur="500"/>
                                        <p:tgtEl>
                                          <p:spTgt spid="14"/>
                                        </p:tgtEl>
                                      </p:cBhvr>
                                    </p:animEffect>
                                  </p:childTnLst>
                                </p:cTn>
                              </p:par>
                            </p:childTnLst>
                          </p:cTn>
                        </p:par>
                        <p:par>
                          <p:cTn fill="hold">
                            <p:stCondLst>
                              <p:cond delay="1000"/>
                            </p:stCondLst>
                            <p:childTnLst>
                              <p:par>
                                <p:cTn fill="hold" nodeType="afterEffect" presetClass="entr" presetID="2" presetSubtype="1">
                                  <p:stCondLst>
                                    <p:cond delay="120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800"/>
                                        <p:tgtEl>
                                          <p:spTgt spid="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60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800"/>
                                        <p:tgtEl>
                                          <p:spTgt spid="15"/>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6"/>
                                        </p:tgtEl>
                                        <p:attrNameLst>
                                          <p:attrName>style.visibility</p:attrName>
                                        </p:attrNameLst>
                                      </p:cBhvr>
                                      <p:to>
                                        <p:strVal val="visible"/>
                                      </p:to>
                                    </p:set>
                                    <p:animEffect filter="fade" transition="in">
                                      <p:cBhvr>
                                        <p:cTn dur="250"/>
                                        <p:tgtEl>
                                          <p:spTgt spid="16"/>
                                        </p:tgtEl>
                                      </p:cBhvr>
                                    </p:animEffect>
                                  </p:childTnLst>
                                </p:cTn>
                              </p:par>
                              <p:par>
                                <p:cTn fill="hold" nodeType="withEffect" presetClass="entr" presetID="10" presetSubtype="0">
                                  <p:stCondLst>
                                    <p:cond delay="0"/>
                                  </p:stCondLst>
                                  <p:childTnLst>
                                    <p:set>
                                      <p:cBhvr>
                                        <p:cTn dur="1" fill="hold">
                                          <p:stCondLst>
                                            <p:cond delay="0"/>
                                          </p:stCondLst>
                                        </p:cTn>
                                        <p:tgtEl>
                                          <p:spTgt spid="17"/>
                                        </p:tgtEl>
                                        <p:attrNameLst>
                                          <p:attrName>style.visibility</p:attrName>
                                        </p:attrNameLst>
                                      </p:cBhvr>
                                      <p:to>
                                        <p:strVal val="visible"/>
                                      </p:to>
                                    </p:set>
                                    <p:animEffect filter="fade" transition="in">
                                      <p:cBhvr>
                                        <p:cTn dur="250"/>
                                        <p:tgtEl>
                                          <p:spTgt spid="17"/>
                                        </p:tgtEl>
                                      </p:cBhvr>
                                    </p:animEffect>
                                  </p:childTnLst>
                                </p:cTn>
                              </p:par>
                              <p:par>
                                <p:cTn fill="hold" nodeType="withEffect" presetClass="entr" presetID="10" presetSubtype="0">
                                  <p:stCondLst>
                                    <p:cond delay="0"/>
                                  </p:stCondLst>
                                  <p:childTnLst>
                                    <p:set>
                                      <p:cBhvr>
                                        <p:cTn dur="1" fill="hold">
                                          <p:stCondLst>
                                            <p:cond delay="0"/>
                                          </p:stCondLst>
                                        </p:cTn>
                                        <p:tgtEl>
                                          <p:spTgt spid="18"/>
                                        </p:tgtEl>
                                        <p:attrNameLst>
                                          <p:attrName>style.visibility</p:attrName>
                                        </p:attrNameLst>
                                      </p:cBhvr>
                                      <p:to>
                                        <p:strVal val="visible"/>
                                      </p:to>
                                    </p:set>
                                    <p:animEffect filter="fade" transition="in">
                                      <p:cBhvr>
                                        <p:cTn dur="250"/>
                                        <p:tgtEl>
                                          <p:spTgt spid="18"/>
                                        </p:tgtEl>
                                      </p:cBhvr>
                                    </p:animEffect>
                                  </p:childTnLst>
                                </p:cTn>
                              </p:par>
                              <p:par>
                                <p:cTn fill="hold" nodeType="withEffect" presetClass="entr" presetID="10" presetSubtype="0">
                                  <p:stCondLst>
                                    <p:cond delay="0"/>
                                  </p:stCondLst>
                                  <p:childTnLst>
                                    <p:set>
                                      <p:cBhvr>
                                        <p:cTn dur="1" fill="hold">
                                          <p:stCondLst>
                                            <p:cond delay="0"/>
                                          </p:stCondLst>
                                        </p:cTn>
                                        <p:tgtEl>
                                          <p:spTgt spid="19"/>
                                        </p:tgtEl>
                                        <p:attrNameLst>
                                          <p:attrName>style.visibility</p:attrName>
                                        </p:attrNameLst>
                                      </p:cBhvr>
                                      <p:to>
                                        <p:strVal val="visible"/>
                                      </p:to>
                                    </p:set>
                                    <p:animEffect filter="fade" transition="in">
                                      <p:cBhvr>
                                        <p:cTn dur="250"/>
                                        <p:tgtEl>
                                          <p:spTgt spid="19"/>
                                        </p:tgtEl>
                                      </p:cBhvr>
                                    </p:animEffect>
                                  </p:childTnLst>
                                </p:cTn>
                              </p:par>
                              <p:par>
                                <p:cTn fill="hold" nodeType="withEffect" presetClass="entr" presetID="10" presetSubtype="0">
                                  <p:stCondLst>
                                    <p:cond delay="0"/>
                                  </p:stCondLst>
                                  <p:childTnLst>
                                    <p:set>
                                      <p:cBhvr>
                                        <p:cTn dur="1" fill="hold">
                                          <p:stCondLst>
                                            <p:cond delay="0"/>
                                          </p:stCondLst>
                                        </p:cTn>
                                        <p:tgtEl>
                                          <p:spTgt spid="21"/>
                                        </p:tgtEl>
                                        <p:attrNameLst>
                                          <p:attrName>style.visibility</p:attrName>
                                        </p:attrNameLst>
                                      </p:cBhvr>
                                      <p:to>
                                        <p:strVal val="visible"/>
                                      </p:to>
                                    </p:set>
                                    <p:animEffect filter="fade" transition="in">
                                      <p:cBhvr>
                                        <p:cTn dur="250"/>
                                        <p:tgtEl>
                                          <p:spTgt spid="21"/>
                                        </p:tgtEl>
                                      </p:cBhvr>
                                    </p:animEffect>
                                  </p:childTnLst>
                                </p:cTn>
                              </p:par>
                              <p:par>
                                <p:cTn fill="hold" nodeType="withEffect" presetClass="entr" presetID="10" presetSubtype="0">
                                  <p:stCondLst>
                                    <p:cond delay="0"/>
                                  </p:stCondLst>
                                  <p:childTnLst>
                                    <p:set>
                                      <p:cBhvr>
                                        <p:cTn dur="1" fill="hold">
                                          <p:stCondLst>
                                            <p:cond delay="0"/>
                                          </p:stCondLst>
                                        </p:cTn>
                                        <p:tgtEl>
                                          <p:spTgt spid="22"/>
                                        </p:tgtEl>
                                        <p:attrNameLst>
                                          <p:attrName>style.visibility</p:attrName>
                                        </p:attrNameLst>
                                      </p:cBhvr>
                                      <p:to>
                                        <p:strVal val="visible"/>
                                      </p:to>
                                    </p:set>
                                    <p:animEffect filter="fade" transition="in">
                                      <p:cBhvr>
                                        <p:cTn dur="250"/>
                                        <p:tgtEl>
                                          <p:spTgt spid="22"/>
                                        </p:tgtEl>
                                      </p:cBhvr>
                                    </p:animEffect>
                                  </p:childTnLst>
                                </p:cTn>
                              </p:par>
                              <p:par>
                                <p:cTn fill="hold" nodeType="withEffect" presetClass="entr" presetID="10" presetSubtype="0">
                                  <p:stCondLst>
                                    <p:cond delay="0"/>
                                  </p:stCondLst>
                                  <p:childTnLst>
                                    <p:set>
                                      <p:cBhvr>
                                        <p:cTn dur="1" fill="hold">
                                          <p:stCondLst>
                                            <p:cond delay="0"/>
                                          </p:stCondLst>
                                        </p:cTn>
                                        <p:tgtEl>
                                          <p:spTgt spid="23"/>
                                        </p:tgtEl>
                                        <p:attrNameLst>
                                          <p:attrName>style.visibility</p:attrName>
                                        </p:attrNameLst>
                                      </p:cBhvr>
                                      <p:to>
                                        <p:strVal val="visible"/>
                                      </p:to>
                                    </p:set>
                                    <p:animEffect filter="fade" transition="in">
                                      <p:cBhvr>
                                        <p:cTn dur="250"/>
                                        <p:tgtEl>
                                          <p:spTgt spid="23"/>
                                        </p:tgtEl>
                                      </p:cBhvr>
                                    </p:animEffect>
                                  </p:childTnLst>
                                </p:cTn>
                              </p:par>
                              <p:par>
                                <p:cTn fill="hold" nodeType="withEffect" presetClass="entr" presetID="10" presetSubtype="0">
                                  <p:stCondLst>
                                    <p:cond delay="0"/>
                                  </p:stCondLst>
                                  <p:childTnLst>
                                    <p:set>
                                      <p:cBhvr>
                                        <p:cTn dur="1" fill="hold">
                                          <p:stCondLst>
                                            <p:cond delay="0"/>
                                          </p:stCondLst>
                                        </p:cTn>
                                        <p:tgtEl>
                                          <p:spTgt spid="24"/>
                                        </p:tgtEl>
                                        <p:attrNameLst>
                                          <p:attrName>style.visibility</p:attrName>
                                        </p:attrNameLst>
                                      </p:cBhvr>
                                      <p:to>
                                        <p:strVal val="visible"/>
                                      </p:to>
                                    </p:set>
                                    <p:animEffect filter="fade" transition="in">
                                      <p:cBhvr>
                                        <p:cTn dur="250"/>
                                        <p:tgtEl>
                                          <p:spTgt spid="24"/>
                                        </p:tgtEl>
                                      </p:cBhvr>
                                    </p:animEffect>
                                  </p:childTnLst>
                                </p:cTn>
                              </p:par>
                              <p:par>
                                <p:cTn fill="hold" nodeType="withEffect" presetClass="entr" presetID="10" presetSubtype="0">
                                  <p:stCondLst>
                                    <p:cond delay="0"/>
                                  </p:stCondLst>
                                  <p:childTnLst>
                                    <p:set>
                                      <p:cBhvr>
                                        <p:cTn dur="1" fill="hold">
                                          <p:stCondLst>
                                            <p:cond delay="0"/>
                                          </p:stCondLst>
                                        </p:cTn>
                                        <p:tgtEl>
                                          <p:spTgt spid="25"/>
                                        </p:tgtEl>
                                        <p:attrNameLst>
                                          <p:attrName>style.visibility</p:attrName>
                                        </p:attrNameLst>
                                      </p:cBhvr>
                                      <p:to>
                                        <p:strVal val="visible"/>
                                      </p:to>
                                    </p:set>
                                    <p:animEffect filter="fade" transition="in">
                                      <p:cBhvr>
                                        <p:cTn dur="250"/>
                                        <p:tgtEl>
                                          <p:spTgt spid="25"/>
                                        </p:tgtEl>
                                      </p:cBhvr>
                                    </p:animEffect>
                                  </p:childTnLst>
                                </p:cTn>
                              </p:par>
                              <p:par>
                                <p:cTn fill="hold" nodeType="withEffect" presetClass="entr" presetID="10" presetSubtype="0">
                                  <p:stCondLst>
                                    <p:cond delay="0"/>
                                  </p:stCondLst>
                                  <p:childTnLst>
                                    <p:set>
                                      <p:cBhvr>
                                        <p:cTn dur="1" fill="hold">
                                          <p:stCondLst>
                                            <p:cond delay="0"/>
                                          </p:stCondLst>
                                        </p:cTn>
                                        <p:tgtEl>
                                          <p:spTgt spid="26"/>
                                        </p:tgtEl>
                                        <p:attrNameLst>
                                          <p:attrName>style.visibility</p:attrName>
                                        </p:attrNameLst>
                                      </p:cBhvr>
                                      <p:to>
                                        <p:strVal val="visible"/>
                                      </p:to>
                                    </p:set>
                                    <p:animEffect filter="fade" transition="in">
                                      <p:cBhvr>
                                        <p:cTn dur="250"/>
                                        <p:tgtEl>
                                          <p:spTgt spid="26"/>
                                        </p:tgtEl>
                                      </p:cBhvr>
                                    </p:animEffect>
                                  </p:childTnLst>
                                </p:cTn>
                              </p:par>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250"/>
                                        <p:tgtEl>
                                          <p:spTgt spid="28"/>
                                        </p:tgtEl>
                                      </p:cBhvr>
                                    </p:animEffect>
                                  </p:childTnLst>
                                </p:cTn>
                              </p:par>
                              <p:par>
                                <p:cTn fill="hold" nodeType="withEffect" presetClass="entr" presetID="10" presetSubtype="0">
                                  <p:stCondLst>
                                    <p:cond delay="0"/>
                                  </p:stCondLst>
                                  <p:childTnLst>
                                    <p:set>
                                      <p:cBhvr>
                                        <p:cTn dur="1" fill="hold">
                                          <p:stCondLst>
                                            <p:cond delay="0"/>
                                          </p:stCondLst>
                                        </p:cTn>
                                        <p:tgtEl>
                                          <p:spTgt spid="29"/>
                                        </p:tgtEl>
                                        <p:attrNameLst>
                                          <p:attrName>style.visibility</p:attrName>
                                        </p:attrNameLst>
                                      </p:cBhvr>
                                      <p:to>
                                        <p:strVal val="visible"/>
                                      </p:to>
                                    </p:set>
                                    <p:animEffect filter="fade" transition="in">
                                      <p:cBhvr>
                                        <p:cTn dur="250"/>
                                        <p:tgtEl>
                                          <p:spTgt spid="29"/>
                                        </p:tgtEl>
                                      </p:cBhvr>
                                    </p:animEffect>
                                  </p:childTnLst>
                                </p:cTn>
                              </p:par>
                              <p:par>
                                <p:cTn fill="hold" nodeType="withEffect" presetClass="entr" presetID="10" presetSubtype="0">
                                  <p:stCondLst>
                                    <p:cond delay="0"/>
                                  </p:stCondLst>
                                  <p:childTnLst>
                                    <p:set>
                                      <p:cBhvr>
                                        <p:cTn dur="1" fill="hold">
                                          <p:stCondLst>
                                            <p:cond delay="0"/>
                                          </p:stCondLst>
                                        </p:cTn>
                                        <p:tgtEl>
                                          <p:spTgt spid="44"/>
                                        </p:tgtEl>
                                        <p:attrNameLst>
                                          <p:attrName>style.visibility</p:attrName>
                                        </p:attrNameLst>
                                      </p:cBhvr>
                                      <p:to>
                                        <p:strVal val="visible"/>
                                      </p:to>
                                    </p:set>
                                    <p:animEffect filter="fade" transition="in">
                                      <p:cBhvr>
                                        <p:cTn dur="250"/>
                                        <p:tgtEl>
                                          <p:spTgt spid="44"/>
                                        </p:tgtEl>
                                      </p:cBhvr>
                                    </p:animEffect>
                                  </p:childTnLst>
                                </p:cTn>
                              </p:par>
                              <p:par>
                                <p:cTn fill="hold" nodeType="withEffect" presetClass="entr" presetID="10" presetSubtype="0">
                                  <p:stCondLst>
                                    <p:cond delay="0"/>
                                  </p:stCondLst>
                                  <p:childTnLst>
                                    <p:set>
                                      <p:cBhvr>
                                        <p:cTn dur="1" fill="hold">
                                          <p:stCondLst>
                                            <p:cond delay="0"/>
                                          </p:stCondLst>
                                        </p:cTn>
                                        <p:tgtEl>
                                          <p:spTgt spid="20"/>
                                        </p:tgtEl>
                                        <p:attrNameLst>
                                          <p:attrName>style.visibility</p:attrName>
                                        </p:attrNameLst>
                                      </p:cBhvr>
                                      <p:to>
                                        <p:strVal val="visible"/>
                                      </p:to>
                                    </p:set>
                                    <p:animEffect filter="fade" transition="in">
                                      <p:cBhvr>
                                        <p:cTn dur="250"/>
                                        <p:tgtEl>
                                          <p:spTgt spid="20"/>
                                        </p:tgtEl>
                                      </p:cBhvr>
                                    </p:animEffect>
                                  </p:childTnLst>
                                </p:cTn>
                              </p:par>
                              <p:par>
                                <p:cTn fill="hold" nodeType="withEffect" presetClass="entr" presetID="10" presetSubtype="0">
                                  <p:stCondLst>
                                    <p:cond delay="0"/>
                                  </p:stCondLst>
                                  <p:childTnLst>
                                    <p:set>
                                      <p:cBhvr>
                                        <p:cTn dur="1" fill="hold">
                                          <p:stCondLst>
                                            <p:cond delay="0"/>
                                          </p:stCondLst>
                                        </p:cTn>
                                        <p:tgtEl>
                                          <p:spTgt spid="27"/>
                                        </p:tgtEl>
                                        <p:attrNameLst>
                                          <p:attrName>style.visibility</p:attrName>
                                        </p:attrNameLst>
                                      </p:cBhvr>
                                      <p:to>
                                        <p:strVal val="visible"/>
                                      </p:to>
                                    </p:set>
                                    <p:animEffect filter="fade" transition="in">
                                      <p:cBhvr>
                                        <p:cTn dur="250"/>
                                        <p:tgtEl>
                                          <p:spTgt spid="27"/>
                                        </p:tgtEl>
                                      </p:cBhvr>
                                    </p:animEffect>
                                  </p:childTnLst>
                                </p:cTn>
                              </p:par>
                              <p:par>
                                <p:cTn fill="hold" nodeType="withEffect" presetClass="entr" presetID="10" presetSubtype="0">
                                  <p:stCondLst>
                                    <p:cond delay="0"/>
                                  </p:stCondLst>
                                  <p:childTnLst>
                                    <p:set>
                                      <p:cBhvr>
                                        <p:cTn dur="1" fill="hold">
                                          <p:stCondLst>
                                            <p:cond delay="0"/>
                                          </p:stCondLst>
                                        </p:cTn>
                                        <p:tgtEl>
                                          <p:spTgt spid="30"/>
                                        </p:tgtEl>
                                        <p:attrNameLst>
                                          <p:attrName>style.visibility</p:attrName>
                                        </p:attrNameLst>
                                      </p:cBhvr>
                                      <p:to>
                                        <p:strVal val="visible"/>
                                      </p:to>
                                    </p:set>
                                    <p:animEffect filter="fade" transition="in">
                                      <p:cBhvr>
                                        <p:cTn dur="250"/>
                                        <p:tgtEl>
                                          <p:spTgt spid="30"/>
                                        </p:tgtEl>
                                      </p:cBhvr>
                                    </p:animEffect>
                                  </p:childTnLst>
                                </p:cTn>
                              </p:par>
                              <p:par>
                                <p:cTn fill="hold" nodeType="withEffect" presetClass="entr" presetID="10" presetSubtype="0">
                                  <p:stCondLst>
                                    <p:cond delay="0"/>
                                  </p:stCondLst>
                                  <p:childTnLst>
                                    <p:set>
                                      <p:cBhvr>
                                        <p:cTn dur="1" fill="hold">
                                          <p:stCondLst>
                                            <p:cond delay="0"/>
                                          </p:stCondLst>
                                        </p:cTn>
                                        <p:tgtEl>
                                          <p:spTgt spid="31"/>
                                        </p:tgtEl>
                                        <p:attrNameLst>
                                          <p:attrName>style.visibility</p:attrName>
                                        </p:attrNameLst>
                                      </p:cBhvr>
                                      <p:to>
                                        <p:strVal val="visible"/>
                                      </p:to>
                                    </p:set>
                                    <p:animEffect filter="fade" transition="in">
                                      <p:cBhvr>
                                        <p:cTn dur="250"/>
                                        <p:tgtEl>
                                          <p:spTgt spid="31"/>
                                        </p:tgtEl>
                                      </p:cBhvr>
                                    </p:animEffect>
                                  </p:childTnLst>
                                </p:cTn>
                              </p:par>
                              <p:par>
                                <p:cTn fill="hold" nodeType="withEffect" presetClass="entr" presetID="10" presetSubtype="0">
                                  <p:stCondLst>
                                    <p:cond delay="0"/>
                                  </p:stCondLst>
                                  <p:childTnLst>
                                    <p:set>
                                      <p:cBhvr>
                                        <p:cTn dur="1" fill="hold">
                                          <p:stCondLst>
                                            <p:cond delay="0"/>
                                          </p:stCondLst>
                                        </p:cTn>
                                        <p:tgtEl>
                                          <p:spTgt spid="32"/>
                                        </p:tgtEl>
                                        <p:attrNameLst>
                                          <p:attrName>style.visibility</p:attrName>
                                        </p:attrNameLst>
                                      </p:cBhvr>
                                      <p:to>
                                        <p:strVal val="visible"/>
                                      </p:to>
                                    </p:set>
                                    <p:animEffect filter="fade" transition="in">
                                      <p:cBhvr>
                                        <p:cTn dur="250"/>
                                        <p:tgtEl>
                                          <p:spTgt spid="32"/>
                                        </p:tgtEl>
                                      </p:cBhvr>
                                    </p:animEffect>
                                  </p:childTnLst>
                                </p:cTn>
                              </p:par>
                              <p:par>
                                <p:cTn fill="hold" nodeType="withEffect" presetClass="entr" presetID="10" presetSubtype="0">
                                  <p:stCondLst>
                                    <p:cond delay="0"/>
                                  </p:stCondLst>
                                  <p:childTnLst>
                                    <p:set>
                                      <p:cBhvr>
                                        <p:cTn dur="1" fill="hold">
                                          <p:stCondLst>
                                            <p:cond delay="0"/>
                                          </p:stCondLst>
                                        </p:cTn>
                                        <p:tgtEl>
                                          <p:spTgt spid="33"/>
                                        </p:tgtEl>
                                        <p:attrNameLst>
                                          <p:attrName>style.visibility</p:attrName>
                                        </p:attrNameLst>
                                      </p:cBhvr>
                                      <p:to>
                                        <p:strVal val="visible"/>
                                      </p:to>
                                    </p:set>
                                    <p:animEffect filter="fade" transition="in">
                                      <p:cBhvr>
                                        <p:cTn dur="250"/>
                                        <p:tgtEl>
                                          <p:spTgt spid="33"/>
                                        </p:tgtEl>
                                      </p:cBhvr>
                                    </p:animEffect>
                                  </p:childTnLst>
                                </p:cTn>
                              </p:par>
                              <p:par>
                                <p:cTn fill="hold" nodeType="with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250"/>
                                        <p:tgtEl>
                                          <p:spTgt spid="34"/>
                                        </p:tgtEl>
                                      </p:cBhvr>
                                    </p:animEffect>
                                  </p:childTnLst>
                                </p:cTn>
                              </p:par>
                              <p:par>
                                <p:cTn fill="hold" nodeType="withEffect" presetClass="entr" presetID="10" presetSubtype="0">
                                  <p:stCondLst>
                                    <p:cond delay="0"/>
                                  </p:stCondLst>
                                  <p:childTnLst>
                                    <p:set>
                                      <p:cBhvr>
                                        <p:cTn dur="1" fill="hold">
                                          <p:stCondLst>
                                            <p:cond delay="0"/>
                                          </p:stCondLst>
                                        </p:cTn>
                                        <p:tgtEl>
                                          <p:spTgt spid="37"/>
                                        </p:tgtEl>
                                        <p:attrNameLst>
                                          <p:attrName>style.visibility</p:attrName>
                                        </p:attrNameLst>
                                      </p:cBhvr>
                                      <p:to>
                                        <p:strVal val="visible"/>
                                      </p:to>
                                    </p:set>
                                    <p:animEffect filter="fade" transition="in">
                                      <p:cBhvr>
                                        <p:cTn dur="250"/>
                                        <p:tgtEl>
                                          <p:spTgt spid="37"/>
                                        </p:tgtEl>
                                      </p:cBhvr>
                                    </p:animEffect>
                                  </p:childTnLst>
                                </p:cTn>
                              </p:par>
                              <p:par>
                                <p:cTn fill="hold" nodeType="with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250"/>
                                        <p:tgtEl>
                                          <p:spTgt spid="36"/>
                                        </p:tgtEl>
                                      </p:cBhvr>
                                    </p:animEffect>
                                  </p:childTnLst>
                                </p:cTn>
                              </p:par>
                              <p:par>
                                <p:cTn fill="hold" nodeType="withEffect" presetClass="entr" presetID="10" presetSubtype="0">
                                  <p:stCondLst>
                                    <p:cond delay="0"/>
                                  </p:stCondLst>
                                  <p:childTnLst>
                                    <p:set>
                                      <p:cBhvr>
                                        <p:cTn dur="1" fill="hold">
                                          <p:stCondLst>
                                            <p:cond delay="0"/>
                                          </p:stCondLst>
                                        </p:cTn>
                                        <p:tgtEl>
                                          <p:spTgt spid="35"/>
                                        </p:tgtEl>
                                        <p:attrNameLst>
                                          <p:attrName>style.visibility</p:attrName>
                                        </p:attrNameLst>
                                      </p:cBhvr>
                                      <p:to>
                                        <p:strVal val="visible"/>
                                      </p:to>
                                    </p:set>
                                    <p:animEffect filter="fade" transition="in">
                                      <p:cBhvr>
                                        <p:cTn dur="250"/>
                                        <p:tgtEl>
                                          <p:spTgt spid="35"/>
                                        </p:tgtEl>
                                      </p:cBhvr>
                                    </p:animEffect>
                                  </p:childTnLst>
                                </p:cTn>
                              </p:par>
                              <p:par>
                                <p:cTn fill="hold" nodeType="withEffect" presetClass="entr" presetID="10" presetSubtype="0">
                                  <p:stCondLst>
                                    <p:cond delay="0"/>
                                  </p:stCondLst>
                                  <p:childTnLst>
                                    <p:set>
                                      <p:cBhvr>
                                        <p:cTn dur="1" fill="hold">
                                          <p:stCondLst>
                                            <p:cond delay="0"/>
                                          </p:stCondLst>
                                        </p:cTn>
                                        <p:tgtEl>
                                          <p:spTgt spid="38"/>
                                        </p:tgtEl>
                                        <p:attrNameLst>
                                          <p:attrName>style.visibility</p:attrName>
                                        </p:attrNameLst>
                                      </p:cBhvr>
                                      <p:to>
                                        <p:strVal val="visible"/>
                                      </p:to>
                                    </p:set>
                                    <p:animEffect filter="fade" transition="in">
                                      <p:cBhvr>
                                        <p:cTn dur="250"/>
                                        <p:tgtEl>
                                          <p:spTgt spid="38"/>
                                        </p:tgtEl>
                                      </p:cBhvr>
                                    </p:animEffect>
                                  </p:childTnLst>
                                </p:cTn>
                              </p:par>
                              <p:par>
                                <p:cTn fill="hold" nodeType="withEffect" presetClass="entr" presetID="10" presetSubtype="0">
                                  <p:stCondLst>
                                    <p:cond delay="0"/>
                                  </p:stCondLst>
                                  <p:childTnLst>
                                    <p:set>
                                      <p:cBhvr>
                                        <p:cTn dur="1" fill="hold">
                                          <p:stCondLst>
                                            <p:cond delay="0"/>
                                          </p:stCondLst>
                                        </p:cTn>
                                        <p:tgtEl>
                                          <p:spTgt spid="39"/>
                                        </p:tgtEl>
                                        <p:attrNameLst>
                                          <p:attrName>style.visibility</p:attrName>
                                        </p:attrNameLst>
                                      </p:cBhvr>
                                      <p:to>
                                        <p:strVal val="visible"/>
                                      </p:to>
                                    </p:set>
                                    <p:animEffect filter="fade" transition="in">
                                      <p:cBhvr>
                                        <p:cTn dur="250"/>
                                        <p:tgtEl>
                                          <p:spTgt spid="39"/>
                                        </p:tgtEl>
                                      </p:cBhvr>
                                    </p:animEffect>
                                  </p:childTnLst>
                                </p:cTn>
                              </p:par>
                              <p:par>
                                <p:cTn fill="hold" nodeType="withEffect" presetClass="entr" presetID="10" presetSubtype="0">
                                  <p:stCondLst>
                                    <p:cond delay="0"/>
                                  </p:stCondLst>
                                  <p:childTnLst>
                                    <p:set>
                                      <p:cBhvr>
                                        <p:cTn dur="1" fill="hold">
                                          <p:stCondLst>
                                            <p:cond delay="0"/>
                                          </p:stCondLst>
                                        </p:cTn>
                                        <p:tgtEl>
                                          <p:spTgt spid="40"/>
                                        </p:tgtEl>
                                        <p:attrNameLst>
                                          <p:attrName>style.visibility</p:attrName>
                                        </p:attrNameLst>
                                      </p:cBhvr>
                                      <p:to>
                                        <p:strVal val="visible"/>
                                      </p:to>
                                    </p:set>
                                    <p:animEffect filter="fade" transition="in">
                                      <p:cBhvr>
                                        <p:cTn dur="250"/>
                                        <p:tgtEl>
                                          <p:spTgt spid="40"/>
                                        </p:tgtEl>
                                      </p:cBhvr>
                                    </p:animEffect>
                                  </p:childTnLst>
                                </p:cTn>
                              </p:par>
                              <p:par>
                                <p:cTn fill="hold" nodeType="withEffect" presetClass="entr" presetID="10" presetSubtype="0">
                                  <p:stCondLst>
                                    <p:cond delay="0"/>
                                  </p:stCondLst>
                                  <p:childTnLst>
                                    <p:set>
                                      <p:cBhvr>
                                        <p:cTn dur="1" fill="hold">
                                          <p:stCondLst>
                                            <p:cond delay="0"/>
                                          </p:stCondLst>
                                        </p:cTn>
                                        <p:tgtEl>
                                          <p:spTgt spid="41"/>
                                        </p:tgtEl>
                                        <p:attrNameLst>
                                          <p:attrName>style.visibility</p:attrName>
                                        </p:attrNameLst>
                                      </p:cBhvr>
                                      <p:to>
                                        <p:strVal val="visible"/>
                                      </p:to>
                                    </p:set>
                                    <p:animEffect filter="fade" transition="in">
                                      <p:cBhvr>
                                        <p:cTn dur="250"/>
                                        <p:tgtEl>
                                          <p:spTgt spid="41"/>
                                        </p:tgtEl>
                                      </p:cBhvr>
                                    </p:animEffect>
                                  </p:childTnLst>
                                </p:cTn>
                              </p:par>
                              <p:par>
                                <p:cTn fill="hold" nodeType="withEffect" presetClass="entr" presetID="10" presetSubtype="0">
                                  <p:stCondLst>
                                    <p:cond delay="0"/>
                                  </p:stCondLst>
                                  <p:childTnLst>
                                    <p:set>
                                      <p:cBhvr>
                                        <p:cTn dur="1" fill="hold">
                                          <p:stCondLst>
                                            <p:cond delay="0"/>
                                          </p:stCondLst>
                                        </p:cTn>
                                        <p:tgtEl>
                                          <p:spTgt spid="42"/>
                                        </p:tgtEl>
                                        <p:attrNameLst>
                                          <p:attrName>style.visibility</p:attrName>
                                        </p:attrNameLst>
                                      </p:cBhvr>
                                      <p:to>
                                        <p:strVal val="visible"/>
                                      </p:to>
                                    </p:set>
                                    <p:animEffect filter="fade" transition="in">
                                      <p:cBhvr>
                                        <p:cTn dur="250"/>
                                        <p:tgtEl>
                                          <p:spTgt spid="42"/>
                                        </p:tgtEl>
                                      </p:cBhvr>
                                    </p:animEffect>
                                  </p:childTnLst>
                                </p:cTn>
                              </p:par>
                              <p:par>
                                <p:cTn fill="hold" nodeType="withEffect" presetClass="entr" presetID="10" presetSubtype="0">
                                  <p:stCondLst>
                                    <p:cond delay="0"/>
                                  </p:stCondLst>
                                  <p:childTnLst>
                                    <p:set>
                                      <p:cBhvr>
                                        <p:cTn dur="1" fill="hold">
                                          <p:stCondLst>
                                            <p:cond delay="0"/>
                                          </p:stCondLst>
                                        </p:cTn>
                                        <p:tgtEl>
                                          <p:spTgt spid="43"/>
                                        </p:tgtEl>
                                        <p:attrNameLst>
                                          <p:attrName>style.visibility</p:attrName>
                                        </p:attrNameLst>
                                      </p:cBhvr>
                                      <p:to>
                                        <p:strVal val="visible"/>
                                      </p:to>
                                    </p:set>
                                    <p:animEffect filter="fade" transition="in">
                                      <p:cBhvr>
                                        <p:cTn dur="250"/>
                                        <p:tgtEl>
                                          <p:spTgt spid="43"/>
                                        </p:tgtEl>
                                      </p:cBhvr>
                                    </p:animEffect>
                                  </p:childTnLst>
                                </p:cTn>
                              </p:par>
                              <p:par>
                                <p:cTn fill="hold" nodeType="withEffect" presetClass="entr" presetID="10" presetSubtype="0">
                                  <p:stCondLst>
                                    <p:cond delay="0"/>
                                  </p:stCondLst>
                                  <p:childTnLst>
                                    <p:set>
                                      <p:cBhvr>
                                        <p:cTn dur="1" fill="hold">
                                          <p:stCondLst>
                                            <p:cond delay="0"/>
                                          </p:stCondLst>
                                        </p:cTn>
                                        <p:tgtEl>
                                          <p:spTgt spid="45"/>
                                        </p:tgtEl>
                                        <p:attrNameLst>
                                          <p:attrName>style.visibility</p:attrName>
                                        </p:attrNameLst>
                                      </p:cBhvr>
                                      <p:to>
                                        <p:strVal val="visible"/>
                                      </p:to>
                                    </p:set>
                                    <p:animEffect filter="fade" transition="in">
                                      <p:cBhvr>
                                        <p:cTn dur="250"/>
                                        <p:tgtEl>
                                          <p:spTgt spid="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3"/>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3"/>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54" name="Google Shape;54;p13"/>
          <p:cNvSpPr/>
          <p:nvPr/>
        </p:nvSpPr>
        <p:spPr>
          <a:xfrm>
            <a:off x="0" y="-1"/>
            <a:ext cx="46800" cy="6858001"/>
          </a:xfrm>
          <a:prstGeom prst="rect">
            <a:avLst/>
          </a:prstGeom>
          <a:gradFill>
            <a:gsLst>
              <a:gs pos="0">
                <a:srgbClr val="00B2A9"/>
              </a:gs>
              <a:gs pos="100000">
                <a:srgbClr val="2F2A95"/>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rgbClr val="2F2A95"/>
              </a:buClr>
              <a:buSzPts val="1800"/>
              <a:buFont typeface="Verdana"/>
              <a:buNone/>
            </a:pPr>
            <a:r>
              <a:t/>
            </a:r>
            <a:endParaRPr b="0" i="0" sz="1800" u="none" cap="none" strike="noStrike">
              <a:solidFill>
                <a:srgbClr val="000000"/>
              </a:solidFill>
              <a:latin typeface="Verdana"/>
              <a:ea typeface="Verdana"/>
              <a:cs typeface="Verdana"/>
              <a:sym typeface="Verdana"/>
            </a:endParaRPr>
          </a:p>
        </p:txBody>
      </p:sp>
      <p:grpSp>
        <p:nvGrpSpPr>
          <p:cNvPr id="55" name="Google Shape;55;p13"/>
          <p:cNvGrpSpPr/>
          <p:nvPr/>
        </p:nvGrpSpPr>
        <p:grpSpPr>
          <a:xfrm>
            <a:off x="11430001" y="476250"/>
            <a:ext cx="213430" cy="571500"/>
            <a:chOff x="4249" y="1683"/>
            <a:chExt cx="695" cy="1861"/>
          </a:xfrm>
        </p:grpSpPr>
        <p:sp>
          <p:nvSpPr>
            <p:cNvPr id="56" name="Google Shape;56;p13"/>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57" name="Google Shape;57;p13"/>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8" name="Shape 58"/>
        <p:cNvGrpSpPr/>
        <p:nvPr/>
      </p:nvGrpSpPr>
      <p:grpSpPr>
        <a:xfrm>
          <a:off x="0" y="0"/>
          <a:ext cx="0" cy="0"/>
          <a:chOff x="0" y="0"/>
          <a:chExt cx="0" cy="0"/>
        </a:xfrm>
      </p:grpSpPr>
      <p:sp>
        <p:nvSpPr>
          <p:cNvPr id="59" name="Google Shape;59;p14"/>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lvl1pPr lvl="0" algn="l">
              <a:lnSpc>
                <a:spcPct val="100000"/>
              </a:lnSpc>
              <a:spcBef>
                <a:spcPts val="0"/>
              </a:spcBef>
              <a:spcAft>
                <a:spcPts val="0"/>
              </a:spcAft>
              <a:buClr>
                <a:schemeClr val="dk1"/>
              </a:buClr>
              <a:buSzPts val="28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4"/>
          <p:cNvSpPr txBox="1"/>
          <p:nvPr>
            <p:ph idx="1" type="body"/>
          </p:nvPr>
        </p:nvSpPr>
        <p:spPr>
          <a:xfrm>
            <a:off x="546100" y="1649413"/>
            <a:ext cx="11099800" cy="4637087"/>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61" name="Google Shape;61;p14"/>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4"/>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4"/>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64" name="Google Shape;64;p14"/>
          <p:cNvSpPr txBox="1"/>
          <p:nvPr>
            <p:ph idx="2" type="body"/>
          </p:nvPr>
        </p:nvSpPr>
        <p:spPr>
          <a:xfrm>
            <a:off x="546100" y="1039488"/>
            <a:ext cx="11099800" cy="381000"/>
          </a:xfrm>
          <a:prstGeom prst="rect">
            <a:avLst/>
          </a:prstGeom>
          <a:noFill/>
          <a:ln>
            <a:noFill/>
          </a:ln>
        </p:spPr>
        <p:txBody>
          <a:bodyPr anchorCtr="0" anchor="t" bIns="0" lIns="0" spcFirstLastPara="1" rIns="0" wrap="square" tIns="54000">
            <a:normAutofit/>
          </a:bodyPr>
          <a:lstStyle>
            <a:lvl1pPr indent="-228600" lvl="0" marL="457200" algn="l">
              <a:lnSpc>
                <a:spcPct val="100000"/>
              </a:lnSpc>
              <a:spcBef>
                <a:spcPts val="0"/>
              </a:spcBef>
              <a:spcAft>
                <a:spcPts val="0"/>
              </a:spcAft>
              <a:buClr>
                <a:schemeClr val="dk1"/>
              </a:buClr>
              <a:buSzPts val="1800"/>
              <a:buNone/>
              <a:defRPr sz="1800">
                <a:latin typeface="Verdana"/>
                <a:ea typeface="Verdana"/>
                <a:cs typeface="Verdana"/>
                <a:sym typeface="Verdana"/>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65" name="Google Shape;65;p14"/>
          <p:cNvSpPr/>
          <p:nvPr/>
        </p:nvSpPr>
        <p:spPr>
          <a:xfrm>
            <a:off x="0" y="-1"/>
            <a:ext cx="46800" cy="6858001"/>
          </a:xfrm>
          <a:prstGeom prst="rect">
            <a:avLst/>
          </a:prstGeom>
          <a:gradFill>
            <a:gsLst>
              <a:gs pos="0">
                <a:srgbClr val="00B2A9"/>
              </a:gs>
              <a:gs pos="100000">
                <a:srgbClr val="2F2A95"/>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rgbClr val="2F2A95"/>
              </a:buClr>
              <a:buSzPts val="1800"/>
              <a:buFont typeface="Verdana"/>
              <a:buNone/>
            </a:pPr>
            <a:r>
              <a:t/>
            </a:r>
            <a:endParaRPr b="0" i="0" sz="1800" u="none" cap="none" strike="noStrike">
              <a:solidFill>
                <a:srgbClr val="000000"/>
              </a:solidFill>
              <a:latin typeface="Verdana"/>
              <a:ea typeface="Verdana"/>
              <a:cs typeface="Verdana"/>
              <a:sym typeface="Verdana"/>
            </a:endParaRPr>
          </a:p>
        </p:txBody>
      </p:sp>
      <p:grpSp>
        <p:nvGrpSpPr>
          <p:cNvPr id="66" name="Google Shape;66;p14"/>
          <p:cNvGrpSpPr/>
          <p:nvPr/>
        </p:nvGrpSpPr>
        <p:grpSpPr>
          <a:xfrm>
            <a:off x="11430001" y="476250"/>
            <a:ext cx="213430" cy="571500"/>
            <a:chOff x="4249" y="1683"/>
            <a:chExt cx="695" cy="1861"/>
          </a:xfrm>
        </p:grpSpPr>
        <p:sp>
          <p:nvSpPr>
            <p:cNvPr id="67" name="Google Shape;67;p14"/>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68" name="Google Shape;68;p14"/>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69" name="Shape 69"/>
        <p:cNvGrpSpPr/>
        <p:nvPr/>
      </p:nvGrpSpPr>
      <p:grpSpPr>
        <a:xfrm>
          <a:off x="0" y="0"/>
          <a:ext cx="0" cy="0"/>
          <a:chOff x="0" y="0"/>
          <a:chExt cx="0" cy="0"/>
        </a:xfrm>
      </p:grpSpPr>
      <p:sp>
        <p:nvSpPr>
          <p:cNvPr id="70" name="Google Shape;70;p15"/>
          <p:cNvSpPr txBox="1"/>
          <p:nvPr>
            <p:ph type="title"/>
          </p:nvPr>
        </p:nvSpPr>
        <p:spPr>
          <a:xfrm>
            <a:off x="1943101" y="1524001"/>
            <a:ext cx="8305800" cy="2317750"/>
          </a:xfrm>
          <a:prstGeom prst="rect">
            <a:avLst/>
          </a:prstGeom>
          <a:noFill/>
          <a:ln>
            <a:noFill/>
          </a:ln>
        </p:spPr>
        <p:txBody>
          <a:bodyPr anchorCtr="0" anchor="b" bIns="144000" lIns="0" spcFirstLastPara="1" rIns="0" wrap="square" tIns="176400">
            <a:normAutofit/>
          </a:bodyPr>
          <a:lstStyle>
            <a:lvl1pPr lvl="0" algn="ctr">
              <a:lnSpc>
                <a:spcPct val="100000"/>
              </a:lnSpc>
              <a:spcBef>
                <a:spcPts val="0"/>
              </a:spcBef>
              <a:spcAft>
                <a:spcPts val="0"/>
              </a:spcAft>
              <a:buClr>
                <a:schemeClr val="dk1"/>
              </a:buClr>
              <a:buSzPts val="4400"/>
              <a:buFont typeface="Verdana"/>
              <a:buNone/>
              <a:defRPr sz="4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5"/>
          <p:cNvSpPr txBox="1"/>
          <p:nvPr>
            <p:ph idx="1" type="body"/>
          </p:nvPr>
        </p:nvSpPr>
        <p:spPr>
          <a:xfrm>
            <a:off x="1943101" y="3967163"/>
            <a:ext cx="8305800" cy="1222375"/>
          </a:xfrm>
          <a:prstGeom prst="rect">
            <a:avLst/>
          </a:prstGeom>
          <a:noFill/>
          <a:ln>
            <a:noFill/>
          </a:ln>
        </p:spPr>
        <p:txBody>
          <a:bodyPr anchorCtr="0" anchor="t" bIns="0" lIns="0" spcFirstLastPara="1" rIns="0" wrap="square" tIns="144000">
            <a:normAutofit/>
          </a:bodyPr>
          <a:lstStyle>
            <a:lvl1pPr indent="-228600" lvl="0" marL="457200" algn="ctr">
              <a:lnSpc>
                <a:spcPct val="100000"/>
              </a:lnSpc>
              <a:spcBef>
                <a:spcPts val="0"/>
              </a:spcBef>
              <a:spcAft>
                <a:spcPts val="0"/>
              </a:spcAft>
              <a:buClr>
                <a:schemeClr val="dk1"/>
              </a:buClr>
              <a:buSzPts val="1800"/>
              <a:buFont typeface="Verdana"/>
              <a:buNone/>
              <a:defRPr sz="1800">
                <a:solidFill>
                  <a:schemeClr val="dk1"/>
                </a:solidFill>
                <a:latin typeface="Verdana"/>
                <a:ea typeface="Verdana"/>
                <a:cs typeface="Verdana"/>
                <a:sym typeface="Verdana"/>
              </a:defRPr>
            </a:lvl1pPr>
            <a:lvl2pPr indent="-228600" lvl="1" marL="914400" algn="l">
              <a:lnSpc>
                <a:spcPct val="100000"/>
              </a:lnSpc>
              <a:spcBef>
                <a:spcPts val="0"/>
              </a:spcBef>
              <a:spcAft>
                <a:spcPts val="0"/>
              </a:spcAft>
              <a:buClr>
                <a:srgbClr val="757575"/>
              </a:buClr>
              <a:buSzPts val="2000"/>
              <a:buNone/>
              <a:defRPr sz="2000">
                <a:solidFill>
                  <a:srgbClr val="757575"/>
                </a:solidFill>
              </a:defRPr>
            </a:lvl2pPr>
            <a:lvl3pPr indent="-228600" lvl="2" marL="1371600" algn="l">
              <a:lnSpc>
                <a:spcPct val="100000"/>
              </a:lnSpc>
              <a:spcBef>
                <a:spcPts val="0"/>
              </a:spcBef>
              <a:spcAft>
                <a:spcPts val="0"/>
              </a:spcAft>
              <a:buClr>
                <a:srgbClr val="757575"/>
              </a:buClr>
              <a:buSzPts val="1800"/>
              <a:buNone/>
              <a:defRPr sz="1800">
                <a:solidFill>
                  <a:srgbClr val="757575"/>
                </a:solidFill>
              </a:defRPr>
            </a:lvl3pPr>
            <a:lvl4pPr indent="-228600" lvl="3" marL="1828800" algn="l">
              <a:lnSpc>
                <a:spcPct val="100000"/>
              </a:lnSpc>
              <a:spcBef>
                <a:spcPts val="0"/>
              </a:spcBef>
              <a:spcAft>
                <a:spcPts val="0"/>
              </a:spcAft>
              <a:buClr>
                <a:srgbClr val="757575"/>
              </a:buClr>
              <a:buSzPts val="1600"/>
              <a:buNone/>
              <a:defRPr sz="1600">
                <a:solidFill>
                  <a:srgbClr val="757575"/>
                </a:solidFill>
              </a:defRPr>
            </a:lvl4pPr>
            <a:lvl5pPr indent="-228600" lvl="4" marL="2286000" algn="l">
              <a:lnSpc>
                <a:spcPct val="100000"/>
              </a:lnSpc>
              <a:spcBef>
                <a:spcPts val="0"/>
              </a:spcBef>
              <a:spcAft>
                <a:spcPts val="0"/>
              </a:spcAft>
              <a:buClr>
                <a:srgbClr val="757575"/>
              </a:buClr>
              <a:buSzPts val="1600"/>
              <a:buNone/>
              <a:defRPr sz="1600">
                <a:solidFill>
                  <a:srgbClr val="757575"/>
                </a:solidFill>
              </a:defRPr>
            </a:lvl5pPr>
            <a:lvl6pPr indent="-228600" lvl="5" marL="2743200" algn="l">
              <a:lnSpc>
                <a:spcPct val="100000"/>
              </a:lnSpc>
              <a:spcBef>
                <a:spcPts val="0"/>
              </a:spcBef>
              <a:spcAft>
                <a:spcPts val="0"/>
              </a:spcAft>
              <a:buClr>
                <a:srgbClr val="757575"/>
              </a:buClr>
              <a:buSzPts val="1600"/>
              <a:buNone/>
              <a:defRPr sz="1600">
                <a:solidFill>
                  <a:srgbClr val="757575"/>
                </a:solidFill>
              </a:defRPr>
            </a:lvl6pPr>
            <a:lvl7pPr indent="-228600" lvl="6" marL="3200400" algn="l">
              <a:lnSpc>
                <a:spcPct val="100000"/>
              </a:lnSpc>
              <a:spcBef>
                <a:spcPts val="0"/>
              </a:spcBef>
              <a:spcAft>
                <a:spcPts val="0"/>
              </a:spcAft>
              <a:buClr>
                <a:srgbClr val="757575"/>
              </a:buClr>
              <a:buSzPts val="1600"/>
              <a:buNone/>
              <a:defRPr sz="1600">
                <a:solidFill>
                  <a:srgbClr val="757575"/>
                </a:solidFill>
              </a:defRPr>
            </a:lvl7pPr>
            <a:lvl8pPr indent="-228600" lvl="7" marL="3657600" algn="l">
              <a:lnSpc>
                <a:spcPct val="100000"/>
              </a:lnSpc>
              <a:spcBef>
                <a:spcPts val="0"/>
              </a:spcBef>
              <a:spcAft>
                <a:spcPts val="0"/>
              </a:spcAft>
              <a:buClr>
                <a:srgbClr val="757575"/>
              </a:buClr>
              <a:buSzPts val="1600"/>
              <a:buNone/>
              <a:defRPr sz="1600">
                <a:solidFill>
                  <a:srgbClr val="757575"/>
                </a:solidFill>
              </a:defRPr>
            </a:lvl8pPr>
            <a:lvl9pPr indent="-228600" lvl="8" marL="4114800" algn="l">
              <a:lnSpc>
                <a:spcPct val="100000"/>
              </a:lnSpc>
              <a:spcBef>
                <a:spcPts val="0"/>
              </a:spcBef>
              <a:spcAft>
                <a:spcPts val="0"/>
              </a:spcAft>
              <a:buClr>
                <a:srgbClr val="757575"/>
              </a:buClr>
              <a:buSzPts val="1600"/>
              <a:buNone/>
              <a:defRPr sz="1600">
                <a:solidFill>
                  <a:srgbClr val="757575"/>
                </a:solidFill>
              </a:defRPr>
            </a:lvl9pPr>
          </a:lstStyle>
          <a:p/>
        </p:txBody>
      </p:sp>
      <p:sp>
        <p:nvSpPr>
          <p:cNvPr id="72" name="Google Shape;72;p15"/>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5"/>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5"/>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75" name="Google Shape;75;p15"/>
          <p:cNvSpPr/>
          <p:nvPr/>
        </p:nvSpPr>
        <p:spPr>
          <a:xfrm>
            <a:off x="1975069" y="-2202102"/>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76" name="Google Shape;76;p15"/>
          <p:cNvSpPr/>
          <p:nvPr/>
        </p:nvSpPr>
        <p:spPr>
          <a:xfrm>
            <a:off x="1576725" y="-1951600"/>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77" name="Google Shape;77;p15"/>
          <p:cNvSpPr/>
          <p:nvPr/>
        </p:nvSpPr>
        <p:spPr>
          <a:xfrm>
            <a:off x="1178380" y="-1701098"/>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78" name="Google Shape;78;p15"/>
          <p:cNvSpPr/>
          <p:nvPr/>
        </p:nvSpPr>
        <p:spPr>
          <a:xfrm>
            <a:off x="780035" y="-1450595"/>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79" name="Google Shape;79;p15"/>
          <p:cNvSpPr/>
          <p:nvPr/>
        </p:nvSpPr>
        <p:spPr>
          <a:xfrm>
            <a:off x="381690" y="-1200093"/>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80" name="Google Shape;80;p15"/>
          <p:cNvSpPr/>
          <p:nvPr/>
        </p:nvSpPr>
        <p:spPr>
          <a:xfrm>
            <a:off x="-16654" y="-949591"/>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81" name="Google Shape;81;p15"/>
          <p:cNvSpPr/>
          <p:nvPr/>
        </p:nvSpPr>
        <p:spPr>
          <a:xfrm>
            <a:off x="2373414" y="-2452604"/>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82" name="Google Shape;82;p15"/>
          <p:cNvSpPr/>
          <p:nvPr/>
        </p:nvSpPr>
        <p:spPr>
          <a:xfrm>
            <a:off x="2771759" y="-2703107"/>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83" name="Google Shape;83;p15"/>
          <p:cNvSpPr/>
          <p:nvPr/>
        </p:nvSpPr>
        <p:spPr>
          <a:xfrm>
            <a:off x="3170104" y="-2953609"/>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84" name="Google Shape;84;p15"/>
          <p:cNvSpPr/>
          <p:nvPr/>
        </p:nvSpPr>
        <p:spPr>
          <a:xfrm>
            <a:off x="-414999" y="-699097"/>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85" name="Google Shape;85;p15"/>
          <p:cNvSpPr/>
          <p:nvPr/>
        </p:nvSpPr>
        <p:spPr>
          <a:xfrm>
            <a:off x="10615629" y="5410669"/>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86" name="Google Shape;86;p15"/>
          <p:cNvSpPr/>
          <p:nvPr/>
        </p:nvSpPr>
        <p:spPr>
          <a:xfrm>
            <a:off x="10217284" y="5661171"/>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87" name="Google Shape;87;p15"/>
          <p:cNvSpPr/>
          <p:nvPr/>
        </p:nvSpPr>
        <p:spPr>
          <a:xfrm>
            <a:off x="9818939" y="5911673"/>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88" name="Google Shape;88;p15"/>
          <p:cNvSpPr/>
          <p:nvPr/>
        </p:nvSpPr>
        <p:spPr>
          <a:xfrm>
            <a:off x="9420594" y="6162175"/>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89" name="Google Shape;89;p15"/>
          <p:cNvSpPr/>
          <p:nvPr/>
        </p:nvSpPr>
        <p:spPr>
          <a:xfrm>
            <a:off x="9022250" y="6412677"/>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90" name="Google Shape;90;p15"/>
          <p:cNvSpPr/>
          <p:nvPr/>
        </p:nvSpPr>
        <p:spPr>
          <a:xfrm>
            <a:off x="8623905" y="6663179"/>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91" name="Google Shape;91;p15"/>
          <p:cNvSpPr/>
          <p:nvPr/>
        </p:nvSpPr>
        <p:spPr>
          <a:xfrm>
            <a:off x="11013973" y="5160166"/>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92" name="Google Shape;92;p15"/>
          <p:cNvSpPr/>
          <p:nvPr/>
        </p:nvSpPr>
        <p:spPr>
          <a:xfrm>
            <a:off x="11412318" y="4909664"/>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93" name="Google Shape;93;p15"/>
          <p:cNvSpPr/>
          <p:nvPr/>
        </p:nvSpPr>
        <p:spPr>
          <a:xfrm>
            <a:off x="11810663" y="4659162"/>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94" name="Google Shape;94;p15"/>
          <p:cNvSpPr/>
          <p:nvPr/>
        </p:nvSpPr>
        <p:spPr>
          <a:xfrm>
            <a:off x="8225560" y="6913673"/>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95" name="Google Shape;95;p15"/>
          <p:cNvSpPr/>
          <p:nvPr/>
        </p:nvSpPr>
        <p:spPr>
          <a:xfrm>
            <a:off x="12208965" y="4391504"/>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96" name="Google Shape;96;p15"/>
          <p:cNvSpPr/>
          <p:nvPr/>
        </p:nvSpPr>
        <p:spPr>
          <a:xfrm>
            <a:off x="-813301" y="-436366"/>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250"/>
                                        <p:tgtEl>
                                          <p:spTgt spid="84"/>
                                        </p:tgtEl>
                                      </p:cBhvr>
                                    </p:animEffect>
                                  </p:childTnLst>
                                </p:cTn>
                              </p:par>
                              <p:par>
                                <p:cTn fill="hold" nodeType="with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250"/>
                                        <p:tgtEl>
                                          <p:spTgt spid="80"/>
                                        </p:tgtEl>
                                      </p:cBhvr>
                                    </p:animEffect>
                                  </p:childTnLst>
                                </p:cTn>
                              </p:par>
                              <p:par>
                                <p:cTn fill="hold" nodeType="with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250"/>
                                        <p:tgtEl>
                                          <p:spTgt spid="79"/>
                                        </p:tgtEl>
                                      </p:cBhvr>
                                    </p:animEffect>
                                  </p:childTnLst>
                                </p:cTn>
                              </p:par>
                              <p:par>
                                <p:cTn fill="hold" nodeType="with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250"/>
                                        <p:tgtEl>
                                          <p:spTgt spid="78"/>
                                        </p:tgtEl>
                                      </p:cBhvr>
                                    </p:animEffect>
                                  </p:childTnLst>
                                </p:cTn>
                              </p:par>
                              <p:par>
                                <p:cTn fill="hold" nodeType="with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250"/>
                                        <p:tgtEl>
                                          <p:spTgt spid="77"/>
                                        </p:tgtEl>
                                      </p:cBhvr>
                                    </p:animEffect>
                                  </p:childTnLst>
                                </p:cTn>
                              </p:par>
                              <p:par>
                                <p:cTn fill="hold" nodeType="with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250"/>
                                        <p:tgtEl>
                                          <p:spTgt spid="76"/>
                                        </p:tgtEl>
                                      </p:cBhvr>
                                    </p:animEffect>
                                  </p:childTnLst>
                                </p:cTn>
                              </p:par>
                              <p:par>
                                <p:cTn fill="hold" nodeType="with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250"/>
                                        <p:tgtEl>
                                          <p:spTgt spid="75"/>
                                        </p:tgtEl>
                                      </p:cBhvr>
                                    </p:animEffect>
                                  </p:childTnLst>
                                </p:cTn>
                              </p:par>
                              <p:par>
                                <p:cTn fill="hold" nodeType="with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250"/>
                                        <p:tgtEl>
                                          <p:spTgt spid="81"/>
                                        </p:tgtEl>
                                      </p:cBhvr>
                                    </p:animEffect>
                                  </p:childTnLst>
                                </p:cTn>
                              </p:par>
                              <p:par>
                                <p:cTn fill="hold" nodeType="with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250"/>
                                        <p:tgtEl>
                                          <p:spTgt spid="82"/>
                                        </p:tgtEl>
                                      </p:cBhvr>
                                    </p:animEffect>
                                  </p:childTnLst>
                                </p:cTn>
                              </p:par>
                              <p:par>
                                <p:cTn fill="hold" nodeType="with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250"/>
                                        <p:tgtEl>
                                          <p:spTgt spid="83"/>
                                        </p:tgtEl>
                                      </p:cBhvr>
                                    </p:animEffect>
                                  </p:childTnLst>
                                </p:cTn>
                              </p:par>
                              <p:par>
                                <p:cTn fill="hold" nodeType="with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250"/>
                                        <p:tgtEl>
                                          <p:spTgt spid="96"/>
                                        </p:tgtEl>
                                      </p:cBhvr>
                                    </p:animEffect>
                                  </p:childTnLst>
                                </p:cTn>
                              </p:par>
                              <p:par>
                                <p:cTn fill="hold" nodeType="withEffect" presetClass="entr" presetID="10" presetSubtype="0">
                                  <p:stCondLst>
                                    <p:cond delay="250"/>
                                  </p:stCondLst>
                                  <p:childTnLst>
                                    <p:set>
                                      <p:cBhvr>
                                        <p:cTn dur="1" fill="hold">
                                          <p:stCondLst>
                                            <p:cond delay="0"/>
                                          </p:stCondLst>
                                        </p:cTn>
                                        <p:tgtEl>
                                          <p:spTgt spid="93"/>
                                        </p:tgtEl>
                                        <p:attrNameLst>
                                          <p:attrName>style.visibility</p:attrName>
                                        </p:attrNameLst>
                                      </p:cBhvr>
                                      <p:to>
                                        <p:strVal val="visible"/>
                                      </p:to>
                                    </p:set>
                                    <p:animEffect filter="fade" transition="in">
                                      <p:cBhvr>
                                        <p:cTn dur="250"/>
                                        <p:tgtEl>
                                          <p:spTgt spid="93"/>
                                        </p:tgtEl>
                                      </p:cBhvr>
                                    </p:animEffect>
                                  </p:childTnLst>
                                </p:cTn>
                              </p:par>
                              <p:par>
                                <p:cTn fill="hold" nodeType="withEffect" presetClass="entr" presetID="10" presetSubtype="0">
                                  <p:stCondLst>
                                    <p:cond delay="250"/>
                                  </p:stCondLst>
                                  <p:childTnLst>
                                    <p:set>
                                      <p:cBhvr>
                                        <p:cTn dur="1" fill="hold">
                                          <p:stCondLst>
                                            <p:cond delay="0"/>
                                          </p:stCondLst>
                                        </p:cTn>
                                        <p:tgtEl>
                                          <p:spTgt spid="92"/>
                                        </p:tgtEl>
                                        <p:attrNameLst>
                                          <p:attrName>style.visibility</p:attrName>
                                        </p:attrNameLst>
                                      </p:cBhvr>
                                      <p:to>
                                        <p:strVal val="visible"/>
                                      </p:to>
                                    </p:set>
                                    <p:animEffect filter="fade" transition="in">
                                      <p:cBhvr>
                                        <p:cTn dur="250"/>
                                        <p:tgtEl>
                                          <p:spTgt spid="92"/>
                                        </p:tgtEl>
                                      </p:cBhvr>
                                    </p:animEffect>
                                  </p:childTnLst>
                                </p:cTn>
                              </p:par>
                              <p:par>
                                <p:cTn fill="hold" nodeType="withEffect" presetClass="entr" presetID="10" presetSubtype="0">
                                  <p:stCondLst>
                                    <p:cond delay="250"/>
                                  </p:stCondLst>
                                  <p:childTnLst>
                                    <p:set>
                                      <p:cBhvr>
                                        <p:cTn dur="1" fill="hold">
                                          <p:stCondLst>
                                            <p:cond delay="0"/>
                                          </p:stCondLst>
                                        </p:cTn>
                                        <p:tgtEl>
                                          <p:spTgt spid="91"/>
                                        </p:tgtEl>
                                        <p:attrNameLst>
                                          <p:attrName>style.visibility</p:attrName>
                                        </p:attrNameLst>
                                      </p:cBhvr>
                                      <p:to>
                                        <p:strVal val="visible"/>
                                      </p:to>
                                    </p:set>
                                    <p:animEffect filter="fade" transition="in">
                                      <p:cBhvr>
                                        <p:cTn dur="250"/>
                                        <p:tgtEl>
                                          <p:spTgt spid="91"/>
                                        </p:tgtEl>
                                      </p:cBhvr>
                                    </p:animEffect>
                                  </p:childTnLst>
                                </p:cTn>
                              </p:par>
                              <p:par>
                                <p:cTn fill="hold" nodeType="withEffect" presetClass="entr" presetID="10" presetSubtype="0">
                                  <p:stCondLst>
                                    <p:cond delay="250"/>
                                  </p:stCondLst>
                                  <p:childTnLst>
                                    <p:set>
                                      <p:cBhvr>
                                        <p:cTn dur="1" fill="hold">
                                          <p:stCondLst>
                                            <p:cond delay="0"/>
                                          </p:stCondLst>
                                        </p:cTn>
                                        <p:tgtEl>
                                          <p:spTgt spid="85"/>
                                        </p:tgtEl>
                                        <p:attrNameLst>
                                          <p:attrName>style.visibility</p:attrName>
                                        </p:attrNameLst>
                                      </p:cBhvr>
                                      <p:to>
                                        <p:strVal val="visible"/>
                                      </p:to>
                                    </p:set>
                                    <p:animEffect filter="fade" transition="in">
                                      <p:cBhvr>
                                        <p:cTn dur="250"/>
                                        <p:tgtEl>
                                          <p:spTgt spid="85"/>
                                        </p:tgtEl>
                                      </p:cBhvr>
                                    </p:animEffect>
                                  </p:childTnLst>
                                </p:cTn>
                              </p:par>
                              <p:par>
                                <p:cTn fill="hold" nodeType="withEffect" presetClass="entr" presetID="10" presetSubtype="0">
                                  <p:stCondLst>
                                    <p:cond delay="250"/>
                                  </p:stCondLst>
                                  <p:childTnLst>
                                    <p:set>
                                      <p:cBhvr>
                                        <p:cTn dur="1" fill="hold">
                                          <p:stCondLst>
                                            <p:cond delay="0"/>
                                          </p:stCondLst>
                                        </p:cTn>
                                        <p:tgtEl>
                                          <p:spTgt spid="86"/>
                                        </p:tgtEl>
                                        <p:attrNameLst>
                                          <p:attrName>style.visibility</p:attrName>
                                        </p:attrNameLst>
                                      </p:cBhvr>
                                      <p:to>
                                        <p:strVal val="visible"/>
                                      </p:to>
                                    </p:set>
                                    <p:animEffect filter="fade" transition="in">
                                      <p:cBhvr>
                                        <p:cTn dur="250"/>
                                        <p:tgtEl>
                                          <p:spTgt spid="86"/>
                                        </p:tgtEl>
                                      </p:cBhvr>
                                    </p:animEffect>
                                  </p:childTnLst>
                                </p:cTn>
                              </p:par>
                              <p:par>
                                <p:cTn fill="hold" nodeType="withEffect" presetClass="entr" presetID="10" presetSubtype="0">
                                  <p:stCondLst>
                                    <p:cond delay="250"/>
                                  </p:stCondLst>
                                  <p:childTnLst>
                                    <p:set>
                                      <p:cBhvr>
                                        <p:cTn dur="1" fill="hold">
                                          <p:stCondLst>
                                            <p:cond delay="0"/>
                                          </p:stCondLst>
                                        </p:cTn>
                                        <p:tgtEl>
                                          <p:spTgt spid="87"/>
                                        </p:tgtEl>
                                        <p:attrNameLst>
                                          <p:attrName>style.visibility</p:attrName>
                                        </p:attrNameLst>
                                      </p:cBhvr>
                                      <p:to>
                                        <p:strVal val="visible"/>
                                      </p:to>
                                    </p:set>
                                    <p:animEffect filter="fade" transition="in">
                                      <p:cBhvr>
                                        <p:cTn dur="250"/>
                                        <p:tgtEl>
                                          <p:spTgt spid="87"/>
                                        </p:tgtEl>
                                      </p:cBhvr>
                                    </p:animEffect>
                                  </p:childTnLst>
                                </p:cTn>
                              </p:par>
                              <p:par>
                                <p:cTn fill="hold" nodeType="withEffect" presetClass="entr" presetID="10" presetSubtype="0">
                                  <p:stCondLst>
                                    <p:cond delay="250"/>
                                  </p:stCondLst>
                                  <p:childTnLst>
                                    <p:set>
                                      <p:cBhvr>
                                        <p:cTn dur="1" fill="hold">
                                          <p:stCondLst>
                                            <p:cond delay="0"/>
                                          </p:stCondLst>
                                        </p:cTn>
                                        <p:tgtEl>
                                          <p:spTgt spid="88"/>
                                        </p:tgtEl>
                                        <p:attrNameLst>
                                          <p:attrName>style.visibility</p:attrName>
                                        </p:attrNameLst>
                                      </p:cBhvr>
                                      <p:to>
                                        <p:strVal val="visible"/>
                                      </p:to>
                                    </p:set>
                                    <p:animEffect filter="fade" transition="in">
                                      <p:cBhvr>
                                        <p:cTn dur="250"/>
                                        <p:tgtEl>
                                          <p:spTgt spid="88"/>
                                        </p:tgtEl>
                                      </p:cBhvr>
                                    </p:animEffect>
                                  </p:childTnLst>
                                </p:cTn>
                              </p:par>
                              <p:par>
                                <p:cTn fill="hold" nodeType="withEffect" presetClass="entr" presetID="10" presetSubtype="0">
                                  <p:stCondLst>
                                    <p:cond delay="250"/>
                                  </p:stCondLst>
                                  <p:childTnLst>
                                    <p:set>
                                      <p:cBhvr>
                                        <p:cTn dur="1" fill="hold">
                                          <p:stCondLst>
                                            <p:cond delay="0"/>
                                          </p:stCondLst>
                                        </p:cTn>
                                        <p:tgtEl>
                                          <p:spTgt spid="89"/>
                                        </p:tgtEl>
                                        <p:attrNameLst>
                                          <p:attrName>style.visibility</p:attrName>
                                        </p:attrNameLst>
                                      </p:cBhvr>
                                      <p:to>
                                        <p:strVal val="visible"/>
                                      </p:to>
                                    </p:set>
                                    <p:animEffect filter="fade" transition="in">
                                      <p:cBhvr>
                                        <p:cTn dur="250"/>
                                        <p:tgtEl>
                                          <p:spTgt spid="89"/>
                                        </p:tgtEl>
                                      </p:cBhvr>
                                    </p:animEffect>
                                  </p:childTnLst>
                                </p:cTn>
                              </p:par>
                              <p:par>
                                <p:cTn fill="hold" nodeType="withEffect" presetClass="entr" presetID="10" presetSubtype="0">
                                  <p:stCondLst>
                                    <p:cond delay="250"/>
                                  </p:stCondLst>
                                  <p:childTnLst>
                                    <p:set>
                                      <p:cBhvr>
                                        <p:cTn dur="1" fill="hold">
                                          <p:stCondLst>
                                            <p:cond delay="0"/>
                                          </p:stCondLst>
                                        </p:cTn>
                                        <p:tgtEl>
                                          <p:spTgt spid="90"/>
                                        </p:tgtEl>
                                        <p:attrNameLst>
                                          <p:attrName>style.visibility</p:attrName>
                                        </p:attrNameLst>
                                      </p:cBhvr>
                                      <p:to>
                                        <p:strVal val="visible"/>
                                      </p:to>
                                    </p:set>
                                    <p:animEffect filter="fade" transition="in">
                                      <p:cBhvr>
                                        <p:cTn dur="250"/>
                                        <p:tgtEl>
                                          <p:spTgt spid="90"/>
                                        </p:tgtEl>
                                      </p:cBhvr>
                                    </p:animEffect>
                                  </p:childTnLst>
                                </p:cTn>
                              </p:par>
                              <p:par>
                                <p:cTn fill="hold" nodeType="withEffect" presetClass="entr" presetID="10" presetSubtype="0">
                                  <p:stCondLst>
                                    <p:cond delay="250"/>
                                  </p:stCondLst>
                                  <p:childTnLst>
                                    <p:set>
                                      <p:cBhvr>
                                        <p:cTn dur="1" fill="hold">
                                          <p:stCondLst>
                                            <p:cond delay="0"/>
                                          </p:stCondLst>
                                        </p:cTn>
                                        <p:tgtEl>
                                          <p:spTgt spid="94"/>
                                        </p:tgtEl>
                                        <p:attrNameLst>
                                          <p:attrName>style.visibility</p:attrName>
                                        </p:attrNameLst>
                                      </p:cBhvr>
                                      <p:to>
                                        <p:strVal val="visible"/>
                                      </p:to>
                                    </p:set>
                                    <p:animEffect filter="fade" transition="in">
                                      <p:cBhvr>
                                        <p:cTn dur="250"/>
                                        <p:tgtEl>
                                          <p:spTgt spid="94"/>
                                        </p:tgtEl>
                                      </p:cBhvr>
                                    </p:animEffect>
                                  </p:childTnLst>
                                </p:cTn>
                              </p:par>
                            </p:childTnLst>
                          </p:cTn>
                        </p:par>
                        <p:par>
                          <p:cTn fill="hold">
                            <p:stCondLst>
                              <p:cond delay="250"/>
                            </p:stCondLst>
                            <p:childTnLst>
                              <p:par>
                                <p:cTn fill="hold" nodeType="afterEffect" presetClass="entr" presetID="10" presetSubtype="0">
                                  <p:stCondLst>
                                    <p:cond delay="50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childTnLst>
                          </p:cTn>
                        </p:par>
                        <p:par>
                          <p:cTn fill="hold">
                            <p:stCondLst>
                              <p:cond delay="750"/>
                            </p:stCondLst>
                            <p:childTnLst>
                              <p:par>
                                <p:cTn fill="hold" nodeType="afterEffect" presetClass="entr" presetID="10" presetSubtype="0">
                                  <p:stCondLst>
                                    <p:cond delay="500"/>
                                  </p:stCondLst>
                                  <p:childTnLst>
                                    <p:set>
                                      <p:cBhvr>
                                        <p:cTn dur="1" fill="hold">
                                          <p:stCondLst>
                                            <p:cond delay="0"/>
                                          </p:stCondLst>
                                        </p:cTn>
                                        <p:tgtEl>
                                          <p:spTgt spid="71"/>
                                        </p:tgtEl>
                                        <p:attrNameLst>
                                          <p:attrName>style.visibility</p:attrName>
                                        </p:attrNameLst>
                                      </p:cBhvr>
                                      <p:to>
                                        <p:strVal val="visible"/>
                                      </p:to>
                                    </p:set>
                                    <p:animEffect filter="fade" transition="in">
                                      <p:cBhvr>
                                        <p:cTn dur="500"/>
                                        <p:tgtEl>
                                          <p:spTgt spid="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7" name="Shape 97"/>
        <p:cNvGrpSpPr/>
        <p:nvPr/>
      </p:nvGrpSpPr>
      <p:grpSpPr>
        <a:xfrm>
          <a:off x="0" y="0"/>
          <a:ext cx="0" cy="0"/>
          <a:chOff x="0" y="0"/>
          <a:chExt cx="0" cy="0"/>
        </a:xfrm>
      </p:grpSpPr>
      <p:sp>
        <p:nvSpPr>
          <p:cNvPr id="98" name="Google Shape;98;p16"/>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6"/>
          <p:cNvSpPr txBox="1"/>
          <p:nvPr>
            <p:ph idx="1" type="body"/>
          </p:nvPr>
        </p:nvSpPr>
        <p:spPr>
          <a:xfrm>
            <a:off x="546100" y="1524000"/>
            <a:ext cx="5486400" cy="476250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00" name="Google Shape;100;p16"/>
          <p:cNvSpPr txBox="1"/>
          <p:nvPr>
            <p:ph idx="2" type="body"/>
          </p:nvPr>
        </p:nvSpPr>
        <p:spPr>
          <a:xfrm>
            <a:off x="6159500" y="1524000"/>
            <a:ext cx="5486400" cy="476250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01" name="Google Shape;101;p16"/>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6"/>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6"/>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104" name="Google Shape;104;p16"/>
          <p:cNvSpPr/>
          <p:nvPr/>
        </p:nvSpPr>
        <p:spPr>
          <a:xfrm>
            <a:off x="0" y="-1"/>
            <a:ext cx="46800" cy="6858001"/>
          </a:xfrm>
          <a:prstGeom prst="rect">
            <a:avLst/>
          </a:prstGeom>
          <a:gradFill>
            <a:gsLst>
              <a:gs pos="0">
                <a:srgbClr val="00B2A9"/>
              </a:gs>
              <a:gs pos="100000">
                <a:srgbClr val="2F2A95"/>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rgbClr val="2F2A95"/>
              </a:buClr>
              <a:buSzPts val="1800"/>
              <a:buFont typeface="Verdana"/>
              <a:buNone/>
            </a:pPr>
            <a:r>
              <a:t/>
            </a:r>
            <a:endParaRPr b="0" i="0" sz="1800" u="none" cap="none" strike="noStrike">
              <a:solidFill>
                <a:srgbClr val="000000"/>
              </a:solidFill>
              <a:latin typeface="Verdana"/>
              <a:ea typeface="Verdana"/>
              <a:cs typeface="Verdana"/>
              <a:sym typeface="Verdana"/>
            </a:endParaRPr>
          </a:p>
        </p:txBody>
      </p:sp>
      <p:grpSp>
        <p:nvGrpSpPr>
          <p:cNvPr id="105" name="Google Shape;105;p16"/>
          <p:cNvGrpSpPr/>
          <p:nvPr/>
        </p:nvGrpSpPr>
        <p:grpSpPr>
          <a:xfrm>
            <a:off x="11430001" y="476250"/>
            <a:ext cx="213430" cy="571500"/>
            <a:chOff x="4249" y="1683"/>
            <a:chExt cx="695" cy="1861"/>
          </a:xfrm>
        </p:grpSpPr>
        <p:sp>
          <p:nvSpPr>
            <p:cNvPr id="106" name="Google Shape;106;p16"/>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107" name="Google Shape;107;p16"/>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8" name="Shape 108"/>
        <p:cNvGrpSpPr/>
        <p:nvPr/>
      </p:nvGrpSpPr>
      <p:grpSpPr>
        <a:xfrm>
          <a:off x="0" y="0"/>
          <a:ext cx="0" cy="0"/>
          <a:chOff x="0" y="0"/>
          <a:chExt cx="0" cy="0"/>
        </a:xfrm>
      </p:grpSpPr>
      <p:sp>
        <p:nvSpPr>
          <p:cNvPr id="109" name="Google Shape;109;p17"/>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7"/>
          <p:cNvSpPr txBox="1"/>
          <p:nvPr>
            <p:ph idx="1" type="body"/>
          </p:nvPr>
        </p:nvSpPr>
        <p:spPr>
          <a:xfrm>
            <a:off x="546100" y="1523999"/>
            <a:ext cx="5486400" cy="1095375"/>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2000"/>
              <a:buNone/>
              <a:defRPr b="1" sz="2000"/>
            </a:lvl1pPr>
            <a:lvl2pPr indent="-228600" lvl="1" marL="914400" algn="l">
              <a:lnSpc>
                <a:spcPct val="100000"/>
              </a:lnSpc>
              <a:spcBef>
                <a:spcPts val="0"/>
              </a:spcBef>
              <a:spcAft>
                <a:spcPts val="0"/>
              </a:spcAft>
              <a:buClr>
                <a:schemeClr val="dk1"/>
              </a:buClr>
              <a:buSzPts val="2000"/>
              <a:buNone/>
              <a:defRPr b="1" sz="2000"/>
            </a:lvl2pPr>
            <a:lvl3pPr indent="-228600" lvl="2" marL="1371600" algn="l">
              <a:lnSpc>
                <a:spcPct val="100000"/>
              </a:lnSpc>
              <a:spcBef>
                <a:spcPts val="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111" name="Google Shape;111;p17"/>
          <p:cNvSpPr txBox="1"/>
          <p:nvPr>
            <p:ph idx="2" type="body"/>
          </p:nvPr>
        </p:nvSpPr>
        <p:spPr>
          <a:xfrm>
            <a:off x="546100" y="2744788"/>
            <a:ext cx="5486400" cy="3541711"/>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12" name="Google Shape;112;p17"/>
          <p:cNvSpPr txBox="1"/>
          <p:nvPr>
            <p:ph idx="3" type="body"/>
          </p:nvPr>
        </p:nvSpPr>
        <p:spPr>
          <a:xfrm>
            <a:off x="6159500" y="1523999"/>
            <a:ext cx="5486400" cy="1095375"/>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2000"/>
              <a:buNone/>
              <a:defRPr b="1" sz="2000"/>
            </a:lvl1pPr>
            <a:lvl2pPr indent="-228600" lvl="1" marL="914400" algn="l">
              <a:lnSpc>
                <a:spcPct val="100000"/>
              </a:lnSpc>
              <a:spcBef>
                <a:spcPts val="0"/>
              </a:spcBef>
              <a:spcAft>
                <a:spcPts val="0"/>
              </a:spcAft>
              <a:buClr>
                <a:schemeClr val="dk1"/>
              </a:buClr>
              <a:buSzPts val="2000"/>
              <a:buNone/>
              <a:defRPr b="1" sz="2000"/>
            </a:lvl2pPr>
            <a:lvl3pPr indent="-228600" lvl="2" marL="1371600" algn="l">
              <a:lnSpc>
                <a:spcPct val="100000"/>
              </a:lnSpc>
              <a:spcBef>
                <a:spcPts val="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113" name="Google Shape;113;p17"/>
          <p:cNvSpPr txBox="1"/>
          <p:nvPr>
            <p:ph idx="4" type="body"/>
          </p:nvPr>
        </p:nvSpPr>
        <p:spPr>
          <a:xfrm>
            <a:off x="6159500" y="2744788"/>
            <a:ext cx="5486400" cy="3541711"/>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14" name="Google Shape;114;p17"/>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7"/>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7"/>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117" name="Google Shape;117;p17"/>
          <p:cNvSpPr/>
          <p:nvPr/>
        </p:nvSpPr>
        <p:spPr>
          <a:xfrm>
            <a:off x="0" y="-1"/>
            <a:ext cx="46800" cy="6858001"/>
          </a:xfrm>
          <a:prstGeom prst="rect">
            <a:avLst/>
          </a:prstGeom>
          <a:gradFill>
            <a:gsLst>
              <a:gs pos="0">
                <a:srgbClr val="00B2A9"/>
              </a:gs>
              <a:gs pos="100000">
                <a:srgbClr val="2F2A95"/>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rgbClr val="2F2A95"/>
              </a:buClr>
              <a:buSzPts val="1800"/>
              <a:buFont typeface="Verdana"/>
              <a:buNone/>
            </a:pPr>
            <a:r>
              <a:t/>
            </a:r>
            <a:endParaRPr b="0" i="0" sz="1800" u="none" cap="none" strike="noStrike">
              <a:solidFill>
                <a:srgbClr val="000000"/>
              </a:solidFill>
              <a:latin typeface="Verdana"/>
              <a:ea typeface="Verdana"/>
              <a:cs typeface="Verdana"/>
              <a:sym typeface="Verdana"/>
            </a:endParaRPr>
          </a:p>
        </p:txBody>
      </p:sp>
      <p:grpSp>
        <p:nvGrpSpPr>
          <p:cNvPr id="118" name="Google Shape;118;p17"/>
          <p:cNvGrpSpPr/>
          <p:nvPr/>
        </p:nvGrpSpPr>
        <p:grpSpPr>
          <a:xfrm>
            <a:off x="11430001" y="476250"/>
            <a:ext cx="213430" cy="571500"/>
            <a:chOff x="4249" y="1683"/>
            <a:chExt cx="695" cy="1861"/>
          </a:xfrm>
        </p:grpSpPr>
        <p:sp>
          <p:nvSpPr>
            <p:cNvPr id="119" name="Google Shape;119;p17"/>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120" name="Google Shape;120;p17"/>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18"/>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8"/>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8"/>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grpSp>
        <p:nvGrpSpPr>
          <p:cNvPr id="125" name="Google Shape;125;p18"/>
          <p:cNvGrpSpPr/>
          <p:nvPr/>
        </p:nvGrpSpPr>
        <p:grpSpPr>
          <a:xfrm>
            <a:off x="11430001" y="476250"/>
            <a:ext cx="213430" cy="571500"/>
            <a:chOff x="4249" y="1683"/>
            <a:chExt cx="695" cy="1861"/>
          </a:xfrm>
        </p:grpSpPr>
        <p:sp>
          <p:nvSpPr>
            <p:cNvPr id="126" name="Google Shape;126;p18"/>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127" name="Google Shape;127;p18"/>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1">
    <p:spTree>
      <p:nvGrpSpPr>
        <p:cNvPr id="128" name="Shape 128"/>
        <p:cNvGrpSpPr/>
        <p:nvPr/>
      </p:nvGrpSpPr>
      <p:grpSpPr>
        <a:xfrm>
          <a:off x="0" y="0"/>
          <a:ext cx="0" cy="0"/>
          <a:chOff x="0" y="0"/>
          <a:chExt cx="0" cy="0"/>
        </a:xfrm>
      </p:grpSpPr>
      <p:sp>
        <p:nvSpPr>
          <p:cNvPr id="129" name="Google Shape;129;p19"/>
          <p:cNvSpPr/>
          <p:nvPr/>
        </p:nvSpPr>
        <p:spPr>
          <a:xfrm flipH="1">
            <a:off x="-1" y="0"/>
            <a:ext cx="4749798" cy="6858001"/>
          </a:xfrm>
          <a:prstGeom prst="rect">
            <a:avLst/>
          </a:prstGeom>
          <a:gradFill>
            <a:gsLst>
              <a:gs pos="0">
                <a:schemeClr val="lt1"/>
              </a:gs>
              <a:gs pos="38000">
                <a:schemeClr val="lt2"/>
              </a:gs>
              <a:gs pos="100000">
                <a:schemeClr val="lt2"/>
              </a:gs>
            </a:gsLst>
            <a:lin ang="162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9457">
              <a:solidFill>
                <a:srgbClr val="FFFFFF"/>
              </a:solidFill>
              <a:latin typeface="Verdana"/>
              <a:ea typeface="Verdana"/>
              <a:cs typeface="Verdana"/>
              <a:sym typeface="Verdana"/>
            </a:endParaRPr>
          </a:p>
        </p:txBody>
      </p:sp>
      <p:sp>
        <p:nvSpPr>
          <p:cNvPr id="130" name="Google Shape;130;p19"/>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9"/>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132" name="Google Shape;132;p19"/>
          <p:cNvSpPr txBox="1"/>
          <p:nvPr>
            <p:ph idx="1" type="body"/>
          </p:nvPr>
        </p:nvSpPr>
        <p:spPr>
          <a:xfrm>
            <a:off x="5286626" y="355600"/>
            <a:ext cx="6359273" cy="5926137"/>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33" name="Google Shape;133;p19"/>
          <p:cNvSpPr txBox="1"/>
          <p:nvPr>
            <p:ph type="title"/>
          </p:nvPr>
        </p:nvSpPr>
        <p:spPr>
          <a:xfrm>
            <a:off x="546100" y="2204786"/>
            <a:ext cx="3656286" cy="2296968"/>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dk1"/>
              </a:buClr>
              <a:buSzPts val="28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19"/>
          <p:cNvSpPr/>
          <p:nvPr/>
        </p:nvSpPr>
        <p:spPr>
          <a:xfrm>
            <a:off x="546101" y="4528491"/>
            <a:ext cx="1361700" cy="3244391"/>
          </a:xfrm>
          <a:custGeom>
            <a:rect b="b" l="l" r="r" t="t"/>
            <a:pathLst>
              <a:path extrusionOk="0" h="3244391" w="1361700">
                <a:moveTo>
                  <a:pt x="0" y="0"/>
                </a:moveTo>
                <a:lnTo>
                  <a:pt x="1361700" y="675680"/>
                </a:lnTo>
                <a:lnTo>
                  <a:pt x="1361700" y="894254"/>
                </a:lnTo>
                <a:lnTo>
                  <a:pt x="1361700" y="3025817"/>
                </a:lnTo>
                <a:lnTo>
                  <a:pt x="1361700" y="3244391"/>
                </a:lnTo>
                <a:lnTo>
                  <a:pt x="0" y="2568711"/>
                </a:lnTo>
                <a:lnTo>
                  <a:pt x="0" y="2350137"/>
                </a:lnTo>
                <a:lnTo>
                  <a:pt x="0" y="218574"/>
                </a:lnTo>
                <a:close/>
              </a:path>
            </a:pathLst>
          </a:custGeom>
          <a:noFill/>
          <a:ln cap="flat" cmpd="sng" w="19050">
            <a:solidFill>
              <a:schemeClr val="dk2">
                <a:alpha val="3607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135" name="Google Shape;135;p19"/>
          <p:cNvSpPr/>
          <p:nvPr/>
        </p:nvSpPr>
        <p:spPr>
          <a:xfrm>
            <a:off x="0" y="5068106"/>
            <a:ext cx="1226948" cy="2813375"/>
          </a:xfrm>
          <a:custGeom>
            <a:rect b="b" l="l" r="r" t="t"/>
            <a:pathLst>
              <a:path extrusionOk="0" h="2813375" w="1226948">
                <a:moveTo>
                  <a:pt x="0" y="0"/>
                </a:moveTo>
                <a:lnTo>
                  <a:pt x="1226948" y="608816"/>
                </a:lnTo>
                <a:lnTo>
                  <a:pt x="1226948" y="805760"/>
                </a:lnTo>
                <a:lnTo>
                  <a:pt x="1226948" y="2616431"/>
                </a:lnTo>
                <a:lnTo>
                  <a:pt x="1226948" y="2813375"/>
                </a:lnTo>
                <a:lnTo>
                  <a:pt x="0" y="2204559"/>
                </a:lnTo>
                <a:lnTo>
                  <a:pt x="0" y="2007615"/>
                </a:lnTo>
                <a:lnTo>
                  <a:pt x="0" y="196944"/>
                </a:lnTo>
                <a:close/>
              </a:path>
            </a:pathLst>
          </a:custGeom>
          <a:gradFill>
            <a:gsLst>
              <a:gs pos="0">
                <a:srgbClr val="92C0E9">
                  <a:alpha val="76863"/>
                </a:srgbClr>
              </a:gs>
              <a:gs pos="33000">
                <a:srgbClr val="92C0E9">
                  <a:alpha val="78039"/>
                </a:srgbClr>
              </a:gs>
              <a:gs pos="64198">
                <a:srgbClr val="C5B4E2">
                  <a:alpha val="61176"/>
                </a:srgbClr>
              </a:gs>
              <a:gs pos="100000">
                <a:srgbClr val="2F2A95">
                  <a:alpha val="30980"/>
                </a:srgbClr>
              </a:gs>
            </a:gsLst>
            <a:lin ang="6900000" scaled="0"/>
          </a:gradFill>
          <a:ln cap="flat" cmpd="sng" w="19050">
            <a:solidFill>
              <a:srgbClr val="4392D9">
                <a:alpha val="27059"/>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136" name="Google Shape;136;p19"/>
          <p:cNvSpPr/>
          <p:nvPr/>
        </p:nvSpPr>
        <p:spPr>
          <a:xfrm>
            <a:off x="3323794" y="-1227550"/>
            <a:ext cx="1280450" cy="2751551"/>
          </a:xfrm>
          <a:custGeom>
            <a:rect b="b" l="l" r="r" t="t"/>
            <a:pathLst>
              <a:path extrusionOk="0" h="2751551" w="1280450">
                <a:moveTo>
                  <a:pt x="0" y="0"/>
                </a:moveTo>
                <a:lnTo>
                  <a:pt x="1280450" y="635363"/>
                </a:lnTo>
                <a:lnTo>
                  <a:pt x="1280450" y="840895"/>
                </a:lnTo>
                <a:lnTo>
                  <a:pt x="1280450" y="2546019"/>
                </a:lnTo>
                <a:lnTo>
                  <a:pt x="1280450" y="2751551"/>
                </a:lnTo>
                <a:lnTo>
                  <a:pt x="0" y="2116188"/>
                </a:lnTo>
                <a:lnTo>
                  <a:pt x="0" y="1910656"/>
                </a:lnTo>
                <a:lnTo>
                  <a:pt x="0" y="205532"/>
                </a:lnTo>
                <a:close/>
              </a:path>
            </a:pathLst>
          </a:custGeom>
          <a:noFill/>
          <a:ln cap="flat" cmpd="sng" w="19050">
            <a:solidFill>
              <a:schemeClr val="dk2">
                <a:alpha val="3607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137" name="Google Shape;137;p19"/>
          <p:cNvSpPr/>
          <p:nvPr/>
        </p:nvSpPr>
        <p:spPr>
          <a:xfrm rot="10800000">
            <a:off x="2696448" y="-798318"/>
            <a:ext cx="1280450" cy="2982614"/>
          </a:xfrm>
          <a:custGeom>
            <a:rect b="b" l="l" r="r" t="t"/>
            <a:pathLst>
              <a:path extrusionOk="0" h="2982614" w="1280450">
                <a:moveTo>
                  <a:pt x="1280450" y="2982614"/>
                </a:moveTo>
                <a:lnTo>
                  <a:pt x="0" y="2347250"/>
                </a:lnTo>
                <a:lnTo>
                  <a:pt x="0" y="2141719"/>
                </a:lnTo>
                <a:lnTo>
                  <a:pt x="0" y="205532"/>
                </a:lnTo>
                <a:lnTo>
                  <a:pt x="0" y="0"/>
                </a:lnTo>
                <a:lnTo>
                  <a:pt x="1280450" y="635363"/>
                </a:lnTo>
                <a:lnTo>
                  <a:pt x="1280450" y="840895"/>
                </a:lnTo>
                <a:lnTo>
                  <a:pt x="1280450" y="2777082"/>
                </a:lnTo>
                <a:close/>
              </a:path>
            </a:pathLst>
          </a:custGeom>
          <a:gradFill>
            <a:gsLst>
              <a:gs pos="0">
                <a:srgbClr val="5BDDD6">
                  <a:alpha val="12941"/>
                </a:srgbClr>
              </a:gs>
              <a:gs pos="72000">
                <a:srgbClr val="00B2A9">
                  <a:alpha val="30980"/>
                </a:srgbClr>
              </a:gs>
              <a:gs pos="100000">
                <a:srgbClr val="2F2A95">
                  <a:alpha val="23137"/>
                </a:srgbClr>
              </a:gs>
            </a:gsLst>
            <a:lin ang="16200000" scaled="0"/>
          </a:gradFill>
          <a:ln cap="flat" cmpd="sng" w="19050">
            <a:solidFill>
              <a:srgbClr val="00B2A9">
                <a:alpha val="7059"/>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457">
              <a:solidFill>
                <a:srgbClr val="FFFFFF"/>
              </a:solidFill>
              <a:latin typeface="Verdana"/>
              <a:ea typeface="Verdana"/>
              <a:cs typeface="Verdana"/>
              <a:sym typeface="Verdana"/>
            </a:endParaRPr>
          </a:p>
        </p:txBody>
      </p:sp>
      <p:sp>
        <p:nvSpPr>
          <p:cNvPr id="138" name="Google Shape;138;p19"/>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spTree>
      <p:nvGrpSpPr>
        <p:cNvPr id="139" name="Shape 139"/>
        <p:cNvGrpSpPr/>
        <p:nvPr/>
      </p:nvGrpSpPr>
      <p:grpSpPr>
        <a:xfrm>
          <a:off x="0" y="0"/>
          <a:ext cx="0" cy="0"/>
          <a:chOff x="0" y="0"/>
          <a:chExt cx="0" cy="0"/>
        </a:xfrm>
      </p:grpSpPr>
      <p:sp>
        <p:nvSpPr>
          <p:cNvPr id="140" name="Google Shape;140;p20"/>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0"/>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142" name="Google Shape;142;p20"/>
          <p:cNvSpPr txBox="1"/>
          <p:nvPr>
            <p:ph idx="1" type="body"/>
          </p:nvPr>
        </p:nvSpPr>
        <p:spPr>
          <a:xfrm>
            <a:off x="3352800" y="1649413"/>
            <a:ext cx="8293101" cy="4637087"/>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43" name="Google Shape;143;p20"/>
          <p:cNvSpPr txBox="1"/>
          <p:nvPr>
            <p:ph type="title"/>
          </p:nvPr>
        </p:nvSpPr>
        <p:spPr>
          <a:xfrm>
            <a:off x="3352800" y="365125"/>
            <a:ext cx="7689243" cy="1158875"/>
          </a:xfrm>
          <a:prstGeom prst="rect">
            <a:avLst/>
          </a:prstGeom>
          <a:noFill/>
          <a:ln>
            <a:noFill/>
          </a:ln>
        </p:spPr>
        <p:txBody>
          <a:bodyPr anchorCtr="0" anchor="t" bIns="0" lIns="0" spcFirstLastPara="1" rIns="0" wrap="square" tIns="176400">
            <a:normAutofit/>
          </a:bodyPr>
          <a:lstStyle>
            <a:lvl1pPr lvl="0" algn="l">
              <a:lnSpc>
                <a:spcPct val="100000"/>
              </a:lnSpc>
              <a:spcBef>
                <a:spcPts val="0"/>
              </a:spcBef>
              <a:spcAft>
                <a:spcPts val="0"/>
              </a:spcAft>
              <a:buClr>
                <a:schemeClr val="dk1"/>
              </a:buClr>
              <a:buSzPts val="28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0"/>
          <p:cNvSpPr/>
          <p:nvPr/>
        </p:nvSpPr>
        <p:spPr>
          <a:xfrm>
            <a:off x="0" y="-278092"/>
            <a:ext cx="2254111" cy="6564592"/>
          </a:xfrm>
          <a:custGeom>
            <a:rect b="b" l="l" r="r" t="t"/>
            <a:pathLst>
              <a:path extrusionOk="0" h="6564592" w="2254111">
                <a:moveTo>
                  <a:pt x="0" y="0"/>
                </a:moveTo>
                <a:lnTo>
                  <a:pt x="2254111" y="1118498"/>
                </a:lnTo>
                <a:lnTo>
                  <a:pt x="2254111" y="1168711"/>
                </a:lnTo>
                <a:lnTo>
                  <a:pt x="2254111" y="1315217"/>
                </a:lnTo>
                <a:lnTo>
                  <a:pt x="2254111" y="1333811"/>
                </a:lnTo>
                <a:lnTo>
                  <a:pt x="2254111" y="1480317"/>
                </a:lnTo>
                <a:lnTo>
                  <a:pt x="2254111" y="6202773"/>
                </a:lnTo>
                <a:lnTo>
                  <a:pt x="2254111" y="6349279"/>
                </a:lnTo>
                <a:lnTo>
                  <a:pt x="2254111" y="6367873"/>
                </a:lnTo>
                <a:lnTo>
                  <a:pt x="2254111" y="6514379"/>
                </a:lnTo>
                <a:lnTo>
                  <a:pt x="2254111" y="6564592"/>
                </a:lnTo>
                <a:lnTo>
                  <a:pt x="0" y="5446096"/>
                </a:lnTo>
                <a:lnTo>
                  <a:pt x="0" y="5395882"/>
                </a:lnTo>
                <a:lnTo>
                  <a:pt x="0" y="5249376"/>
                </a:lnTo>
                <a:lnTo>
                  <a:pt x="0" y="5230782"/>
                </a:lnTo>
                <a:lnTo>
                  <a:pt x="0" y="5084276"/>
                </a:lnTo>
                <a:lnTo>
                  <a:pt x="0" y="361820"/>
                </a:lnTo>
                <a:lnTo>
                  <a:pt x="0" y="215314"/>
                </a:lnTo>
                <a:lnTo>
                  <a:pt x="0" y="196720"/>
                </a:lnTo>
                <a:lnTo>
                  <a:pt x="0" y="50214"/>
                </a:lnTo>
                <a:close/>
              </a:path>
            </a:pathLst>
          </a:custGeom>
          <a:gradFill>
            <a:gsLst>
              <a:gs pos="0">
                <a:srgbClr val="5BDDD6">
                  <a:alpha val="12941"/>
                </a:srgbClr>
              </a:gs>
              <a:gs pos="72000">
                <a:srgbClr val="00B2A9">
                  <a:alpha val="30980"/>
                </a:srgbClr>
              </a:gs>
              <a:gs pos="100000">
                <a:srgbClr val="2F2A95">
                  <a:alpha val="23137"/>
                </a:srgbClr>
              </a:gs>
            </a:gsLst>
            <a:lin ang="16200000" scaled="0"/>
          </a:gradFill>
          <a:ln cap="flat" cmpd="sng" w="19050">
            <a:solidFill>
              <a:srgbClr val="00B2A9">
                <a:alpha val="49020"/>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457">
              <a:solidFill>
                <a:srgbClr val="FFFFFF"/>
              </a:solidFill>
              <a:latin typeface="Verdana"/>
              <a:ea typeface="Verdana"/>
              <a:cs typeface="Verdana"/>
              <a:sym typeface="Verdana"/>
            </a:endParaRPr>
          </a:p>
        </p:txBody>
      </p:sp>
      <p:grpSp>
        <p:nvGrpSpPr>
          <p:cNvPr id="145" name="Google Shape;145;p20"/>
          <p:cNvGrpSpPr/>
          <p:nvPr/>
        </p:nvGrpSpPr>
        <p:grpSpPr>
          <a:xfrm>
            <a:off x="11430001" y="476250"/>
            <a:ext cx="213430" cy="571500"/>
            <a:chOff x="4249" y="1683"/>
            <a:chExt cx="695" cy="1861"/>
          </a:xfrm>
        </p:grpSpPr>
        <p:sp>
          <p:nvSpPr>
            <p:cNvPr id="146" name="Google Shape;146;p20"/>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147" name="Google Shape;147;p20"/>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
        <p:nvSpPr>
          <p:cNvPr id="148" name="Google Shape;148;p20"/>
          <p:cNvSpPr/>
          <p:nvPr/>
        </p:nvSpPr>
        <p:spPr>
          <a:xfrm>
            <a:off x="409575" y="2619375"/>
            <a:ext cx="2254111" cy="5607629"/>
          </a:xfrm>
          <a:custGeom>
            <a:rect b="b" l="l" r="r" t="t"/>
            <a:pathLst>
              <a:path extrusionOk="0" h="5607629" w="2254111">
                <a:moveTo>
                  <a:pt x="0" y="0"/>
                </a:moveTo>
                <a:lnTo>
                  <a:pt x="2254111" y="1118498"/>
                </a:lnTo>
                <a:lnTo>
                  <a:pt x="2254111" y="1480317"/>
                </a:lnTo>
                <a:lnTo>
                  <a:pt x="2254111" y="5245810"/>
                </a:lnTo>
                <a:lnTo>
                  <a:pt x="2254111" y="5607629"/>
                </a:lnTo>
                <a:lnTo>
                  <a:pt x="0" y="4489133"/>
                </a:lnTo>
                <a:lnTo>
                  <a:pt x="0" y="4127313"/>
                </a:lnTo>
                <a:lnTo>
                  <a:pt x="0" y="361820"/>
                </a:lnTo>
                <a:close/>
              </a:path>
            </a:pathLst>
          </a:custGeom>
          <a:noFill/>
          <a:ln cap="flat" cmpd="sng" w="19050">
            <a:solidFill>
              <a:schemeClr val="dk2">
                <a:alpha val="36078"/>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None/>
            </a:pPr>
            <a:r>
              <a:t/>
            </a:r>
            <a:endParaRPr sz="9457">
              <a:solidFill>
                <a:srgbClr val="FFFFFF"/>
              </a:solidFill>
              <a:latin typeface="Verdana"/>
              <a:ea typeface="Verdana"/>
              <a:cs typeface="Verdana"/>
              <a:sym typeface="Verdana"/>
            </a:endParaRPr>
          </a:p>
        </p:txBody>
      </p:sp>
      <p:sp>
        <p:nvSpPr>
          <p:cNvPr id="149" name="Google Shape;149;p20"/>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0" name="Shape 150"/>
        <p:cNvGrpSpPr/>
        <p:nvPr/>
      </p:nvGrpSpPr>
      <p:grpSpPr>
        <a:xfrm>
          <a:off x="0" y="0"/>
          <a:ext cx="0" cy="0"/>
          <a:chOff x="0" y="0"/>
          <a:chExt cx="0" cy="0"/>
        </a:xfrm>
      </p:grpSpPr>
      <p:sp>
        <p:nvSpPr>
          <p:cNvPr id="151" name="Google Shape;151;p21"/>
          <p:cNvSpPr txBox="1"/>
          <p:nvPr>
            <p:ph type="title"/>
          </p:nvPr>
        </p:nvSpPr>
        <p:spPr>
          <a:xfrm>
            <a:off x="546100" y="365125"/>
            <a:ext cx="10495943" cy="777875"/>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dk1"/>
              </a:buClr>
              <a:buSzPts val="28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21"/>
          <p:cNvSpPr txBox="1"/>
          <p:nvPr>
            <p:ph idx="1" type="body"/>
          </p:nvPr>
        </p:nvSpPr>
        <p:spPr>
          <a:xfrm>
            <a:off x="546100" y="1524000"/>
            <a:ext cx="5486400" cy="476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sz="1800"/>
            </a:lvl1pPr>
            <a:lvl2pPr indent="-228600" lvl="1" marL="914400" algn="l">
              <a:lnSpc>
                <a:spcPct val="100000"/>
              </a:lnSpc>
              <a:spcBef>
                <a:spcPts val="0"/>
              </a:spcBef>
              <a:spcAft>
                <a:spcPts val="0"/>
              </a:spcAft>
              <a:buClr>
                <a:schemeClr val="dk1"/>
              </a:buClr>
              <a:buSzPts val="1400"/>
              <a:buNone/>
              <a:defRPr sz="1400"/>
            </a:lvl2pPr>
            <a:lvl3pPr indent="-228600" lvl="2" marL="1371600" algn="l">
              <a:lnSpc>
                <a:spcPct val="100000"/>
              </a:lnSpc>
              <a:spcBef>
                <a:spcPts val="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153" name="Google Shape;153;p21"/>
          <p:cNvSpPr txBox="1"/>
          <p:nvPr>
            <p:ph idx="2" type="body"/>
          </p:nvPr>
        </p:nvSpPr>
        <p:spPr>
          <a:xfrm>
            <a:off x="6159500" y="1524000"/>
            <a:ext cx="5486400" cy="476250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17500" lvl="1" marL="914400" algn="l">
              <a:lnSpc>
                <a:spcPct val="100000"/>
              </a:lnSpc>
              <a:spcBef>
                <a:spcPts val="0"/>
              </a:spcBef>
              <a:spcAft>
                <a:spcPts val="0"/>
              </a:spcAft>
              <a:buClr>
                <a:schemeClr val="dk1"/>
              </a:buClr>
              <a:buSzPts val="1400"/>
              <a:buChar char="•"/>
              <a:defRPr sz="1400"/>
            </a:lvl2pPr>
            <a:lvl3pPr indent="-304800" lvl="2" marL="1371600" algn="l">
              <a:lnSpc>
                <a:spcPct val="100000"/>
              </a:lnSpc>
              <a:spcBef>
                <a:spcPts val="0"/>
              </a:spcBef>
              <a:spcAft>
                <a:spcPts val="0"/>
              </a:spcAft>
              <a:buClr>
                <a:schemeClr val="dk1"/>
              </a:buClr>
              <a:buSzPts val="1200"/>
              <a:buChar char="•"/>
              <a:defRPr sz="1200"/>
            </a:lvl3pPr>
            <a:lvl4pPr indent="-298450" lvl="3" marL="1828800" algn="l">
              <a:lnSpc>
                <a:spcPct val="100000"/>
              </a:lnSpc>
              <a:spcBef>
                <a:spcPts val="0"/>
              </a:spcBef>
              <a:spcAft>
                <a:spcPts val="0"/>
              </a:spcAft>
              <a:buClr>
                <a:schemeClr val="dk1"/>
              </a:buClr>
              <a:buSzPts val="1100"/>
              <a:buChar char="•"/>
              <a:defRPr sz="1100"/>
            </a:lvl4pPr>
            <a:lvl5pPr indent="-298450" lvl="4" marL="2286000" algn="l">
              <a:lnSpc>
                <a:spcPct val="100000"/>
              </a:lnSpc>
              <a:spcBef>
                <a:spcPts val="0"/>
              </a:spcBef>
              <a:spcAft>
                <a:spcPts val="0"/>
              </a:spcAft>
              <a:buClr>
                <a:schemeClr val="dk1"/>
              </a:buClr>
              <a:buSzPts val="1100"/>
              <a:buChar char="•"/>
              <a:defRPr sz="1100"/>
            </a:lvl5pPr>
            <a:lvl6pPr indent="-355600" lvl="5" marL="2743200" algn="l">
              <a:lnSpc>
                <a:spcPct val="100000"/>
              </a:lnSpc>
              <a:spcBef>
                <a:spcPts val="0"/>
              </a:spcBef>
              <a:spcAft>
                <a:spcPts val="0"/>
              </a:spcAft>
              <a:buClr>
                <a:schemeClr val="dk1"/>
              </a:buClr>
              <a:buSzPts val="2000"/>
              <a:buChar char="•"/>
              <a:defRPr sz="2000"/>
            </a:lvl6pPr>
            <a:lvl7pPr indent="-355600" lvl="6" marL="3200400" algn="l">
              <a:lnSpc>
                <a:spcPct val="100000"/>
              </a:lnSpc>
              <a:spcBef>
                <a:spcPts val="0"/>
              </a:spcBef>
              <a:spcAft>
                <a:spcPts val="0"/>
              </a:spcAft>
              <a:buClr>
                <a:schemeClr val="dk1"/>
              </a:buClr>
              <a:buSzPts val="2000"/>
              <a:buChar char="•"/>
              <a:defRPr sz="2000"/>
            </a:lvl7pPr>
            <a:lvl8pPr indent="-355600" lvl="7" marL="3657600" algn="l">
              <a:lnSpc>
                <a:spcPct val="100000"/>
              </a:lnSpc>
              <a:spcBef>
                <a:spcPts val="0"/>
              </a:spcBef>
              <a:spcAft>
                <a:spcPts val="0"/>
              </a:spcAft>
              <a:buClr>
                <a:schemeClr val="dk1"/>
              </a:buClr>
              <a:buSzPts val="2000"/>
              <a:buChar char="•"/>
              <a:defRPr sz="2000"/>
            </a:lvl8pPr>
            <a:lvl9pPr indent="-355600" lvl="8" marL="4114800" algn="l">
              <a:lnSpc>
                <a:spcPct val="100000"/>
              </a:lnSpc>
              <a:spcBef>
                <a:spcPts val="0"/>
              </a:spcBef>
              <a:spcAft>
                <a:spcPts val="0"/>
              </a:spcAft>
              <a:buClr>
                <a:schemeClr val="dk1"/>
              </a:buClr>
              <a:buSzPts val="2000"/>
              <a:buChar char="•"/>
              <a:defRPr sz="2000"/>
            </a:lvl9pPr>
          </a:lstStyle>
          <a:p/>
        </p:txBody>
      </p:sp>
      <p:sp>
        <p:nvSpPr>
          <p:cNvPr id="154" name="Google Shape;154;p21"/>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1"/>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1"/>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157" name="Google Shape;157;p21"/>
          <p:cNvSpPr/>
          <p:nvPr/>
        </p:nvSpPr>
        <p:spPr>
          <a:xfrm>
            <a:off x="0" y="-1"/>
            <a:ext cx="46800" cy="6858001"/>
          </a:xfrm>
          <a:prstGeom prst="rect">
            <a:avLst/>
          </a:prstGeom>
          <a:gradFill>
            <a:gsLst>
              <a:gs pos="0">
                <a:srgbClr val="00B2A9"/>
              </a:gs>
              <a:gs pos="100000">
                <a:srgbClr val="2F2A95"/>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rgbClr val="2F2A95"/>
              </a:buClr>
              <a:buSzPts val="1800"/>
              <a:buFont typeface="Verdana"/>
              <a:buNone/>
            </a:pPr>
            <a:r>
              <a:t/>
            </a:r>
            <a:endParaRPr b="0" i="0" sz="1800" u="none" cap="none" strike="noStrike">
              <a:solidFill>
                <a:srgbClr val="000000"/>
              </a:solidFill>
              <a:latin typeface="Verdana"/>
              <a:ea typeface="Verdana"/>
              <a:cs typeface="Verdana"/>
              <a:sym typeface="Verdana"/>
            </a:endParaRPr>
          </a:p>
        </p:txBody>
      </p:sp>
      <p:grpSp>
        <p:nvGrpSpPr>
          <p:cNvPr id="158" name="Google Shape;158;p21"/>
          <p:cNvGrpSpPr/>
          <p:nvPr/>
        </p:nvGrpSpPr>
        <p:grpSpPr>
          <a:xfrm>
            <a:off x="11430001" y="476250"/>
            <a:ext cx="213430" cy="571500"/>
            <a:chOff x="4249" y="1683"/>
            <a:chExt cx="695" cy="1861"/>
          </a:xfrm>
        </p:grpSpPr>
        <p:sp>
          <p:nvSpPr>
            <p:cNvPr id="159" name="Google Shape;159;p21"/>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160" name="Google Shape;160;p21"/>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61" name="Shape 161"/>
        <p:cNvGrpSpPr/>
        <p:nvPr/>
      </p:nvGrpSpPr>
      <p:grpSpPr>
        <a:xfrm>
          <a:off x="0" y="0"/>
          <a:ext cx="0" cy="0"/>
          <a:chOff x="0" y="0"/>
          <a:chExt cx="0" cy="0"/>
        </a:xfrm>
      </p:grpSpPr>
      <p:sp>
        <p:nvSpPr>
          <p:cNvPr id="162" name="Google Shape;162;p22"/>
          <p:cNvSpPr txBox="1"/>
          <p:nvPr>
            <p:ph type="title"/>
          </p:nvPr>
        </p:nvSpPr>
        <p:spPr>
          <a:xfrm>
            <a:off x="546100" y="365125"/>
            <a:ext cx="10495943" cy="777875"/>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dk1"/>
              </a:buClr>
              <a:buSzPts val="28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22"/>
          <p:cNvSpPr txBox="1"/>
          <p:nvPr>
            <p:ph idx="1" type="body"/>
          </p:nvPr>
        </p:nvSpPr>
        <p:spPr>
          <a:xfrm>
            <a:off x="546100" y="1524000"/>
            <a:ext cx="5486400" cy="476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sz="1800"/>
            </a:lvl1pPr>
            <a:lvl2pPr indent="-228600" lvl="1" marL="914400" algn="l">
              <a:lnSpc>
                <a:spcPct val="100000"/>
              </a:lnSpc>
              <a:spcBef>
                <a:spcPts val="0"/>
              </a:spcBef>
              <a:spcAft>
                <a:spcPts val="0"/>
              </a:spcAft>
              <a:buClr>
                <a:schemeClr val="dk1"/>
              </a:buClr>
              <a:buSzPts val="1400"/>
              <a:buNone/>
              <a:defRPr sz="1400"/>
            </a:lvl2pPr>
            <a:lvl3pPr indent="-228600" lvl="2" marL="1371600" algn="l">
              <a:lnSpc>
                <a:spcPct val="100000"/>
              </a:lnSpc>
              <a:spcBef>
                <a:spcPts val="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164" name="Google Shape;164;p22"/>
          <p:cNvSpPr/>
          <p:nvPr>
            <p:ph idx="2" type="pic"/>
          </p:nvPr>
        </p:nvSpPr>
        <p:spPr>
          <a:xfrm>
            <a:off x="6159500" y="1524000"/>
            <a:ext cx="5486400" cy="4762500"/>
          </a:xfrm>
          <a:prstGeom prst="rect">
            <a:avLst/>
          </a:prstGeom>
          <a:solidFill>
            <a:schemeClr val="lt2"/>
          </a:solidFill>
          <a:ln>
            <a:noFill/>
          </a:ln>
          <a:effectLst>
            <a:outerShdw blurRad="254000" rotWithShape="0" algn="ctr">
              <a:srgbClr val="000000">
                <a:alpha val="20000"/>
              </a:srgbClr>
            </a:outerShdw>
          </a:effectLst>
        </p:spPr>
      </p:sp>
      <p:sp>
        <p:nvSpPr>
          <p:cNvPr id="165" name="Google Shape;165;p22"/>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2"/>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22"/>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168" name="Google Shape;168;p22"/>
          <p:cNvSpPr/>
          <p:nvPr/>
        </p:nvSpPr>
        <p:spPr>
          <a:xfrm>
            <a:off x="0" y="-1"/>
            <a:ext cx="46800" cy="6858001"/>
          </a:xfrm>
          <a:prstGeom prst="rect">
            <a:avLst/>
          </a:prstGeom>
          <a:gradFill>
            <a:gsLst>
              <a:gs pos="0">
                <a:srgbClr val="00B2A9"/>
              </a:gs>
              <a:gs pos="100000">
                <a:srgbClr val="2F2A95"/>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rgbClr val="2F2A95"/>
              </a:buClr>
              <a:buSzPts val="1800"/>
              <a:buFont typeface="Verdana"/>
              <a:buNone/>
            </a:pPr>
            <a:r>
              <a:t/>
            </a:r>
            <a:endParaRPr b="0" i="0" sz="1800" u="none" cap="none" strike="noStrike">
              <a:solidFill>
                <a:srgbClr val="000000"/>
              </a:solidFill>
              <a:latin typeface="Verdana"/>
              <a:ea typeface="Verdana"/>
              <a:cs typeface="Verdana"/>
              <a:sym typeface="Verdana"/>
            </a:endParaRPr>
          </a:p>
        </p:txBody>
      </p:sp>
      <p:grpSp>
        <p:nvGrpSpPr>
          <p:cNvPr id="169" name="Google Shape;169;p22"/>
          <p:cNvGrpSpPr/>
          <p:nvPr/>
        </p:nvGrpSpPr>
        <p:grpSpPr>
          <a:xfrm>
            <a:off x="11430001" y="476250"/>
            <a:ext cx="213430" cy="571500"/>
            <a:chOff x="4249" y="1683"/>
            <a:chExt cx="695" cy="1861"/>
          </a:xfrm>
        </p:grpSpPr>
        <p:sp>
          <p:nvSpPr>
            <p:cNvPr id="170" name="Google Shape;170;p22"/>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171" name="Google Shape;171;p22"/>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icture)" showMasterSp="0">
  <p:cSld name="Title Slide (Picture)">
    <p:spTree>
      <p:nvGrpSpPr>
        <p:cNvPr id="172" name="Shape 172"/>
        <p:cNvGrpSpPr/>
        <p:nvPr/>
      </p:nvGrpSpPr>
      <p:grpSpPr>
        <a:xfrm>
          <a:off x="0" y="0"/>
          <a:ext cx="0" cy="0"/>
          <a:chOff x="0" y="0"/>
          <a:chExt cx="0" cy="0"/>
        </a:xfrm>
      </p:grpSpPr>
      <p:sp>
        <p:nvSpPr>
          <p:cNvPr id="173" name="Google Shape;173;p23"/>
          <p:cNvSpPr/>
          <p:nvPr>
            <p:ph idx="2" type="pic"/>
          </p:nvPr>
        </p:nvSpPr>
        <p:spPr>
          <a:xfrm>
            <a:off x="3352801" y="355600"/>
            <a:ext cx="2679700" cy="787400"/>
          </a:xfrm>
          <a:prstGeom prst="rect">
            <a:avLst/>
          </a:prstGeom>
          <a:noFill/>
          <a:ln>
            <a:noFill/>
          </a:ln>
        </p:spPr>
      </p:sp>
      <p:sp>
        <p:nvSpPr>
          <p:cNvPr id="174" name="Google Shape;174;p23"/>
          <p:cNvSpPr txBox="1"/>
          <p:nvPr>
            <p:ph type="title"/>
          </p:nvPr>
        </p:nvSpPr>
        <p:spPr>
          <a:xfrm>
            <a:off x="546100" y="1524001"/>
            <a:ext cx="6275614" cy="2317750"/>
          </a:xfrm>
          <a:prstGeom prst="rect">
            <a:avLst/>
          </a:prstGeom>
          <a:noFill/>
          <a:ln>
            <a:noFill/>
          </a:ln>
        </p:spPr>
        <p:txBody>
          <a:bodyPr anchorCtr="0" anchor="b" bIns="0" lIns="0" spcFirstLastPara="1" rIns="0" wrap="square" tIns="176400">
            <a:normAutofit/>
          </a:bodyPr>
          <a:lstStyle>
            <a:lvl1pPr lvl="0" algn="l">
              <a:lnSpc>
                <a:spcPct val="100000"/>
              </a:lnSpc>
              <a:spcBef>
                <a:spcPts val="0"/>
              </a:spcBef>
              <a:spcAft>
                <a:spcPts val="0"/>
              </a:spcAft>
              <a:buClr>
                <a:schemeClr val="dk1"/>
              </a:buClr>
              <a:buSzPts val="4400"/>
              <a:buFont typeface="Verdana"/>
              <a:buNone/>
              <a:defRPr sz="44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23"/>
          <p:cNvSpPr txBox="1"/>
          <p:nvPr>
            <p:ph idx="1" type="body"/>
          </p:nvPr>
        </p:nvSpPr>
        <p:spPr>
          <a:xfrm>
            <a:off x="546100" y="3967163"/>
            <a:ext cx="6275615" cy="122237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Font typeface="Verdana"/>
              <a:buNone/>
              <a:defRPr sz="1800"/>
            </a:lvl1pPr>
            <a:lvl2pPr indent="-228600" lvl="1" marL="914400" algn="l">
              <a:lnSpc>
                <a:spcPct val="100000"/>
              </a:lnSpc>
              <a:spcBef>
                <a:spcPts val="0"/>
              </a:spcBef>
              <a:spcAft>
                <a:spcPts val="0"/>
              </a:spcAft>
              <a:buClr>
                <a:schemeClr val="dk1"/>
              </a:buClr>
              <a:buSzPts val="1600"/>
              <a:buFont typeface="Verdana"/>
              <a:buNone/>
              <a:defRPr/>
            </a:lvl2pPr>
            <a:lvl3pPr indent="-228600" lvl="2" marL="1371600" algn="l">
              <a:lnSpc>
                <a:spcPct val="100000"/>
              </a:lnSpc>
              <a:spcBef>
                <a:spcPts val="0"/>
              </a:spcBef>
              <a:spcAft>
                <a:spcPts val="0"/>
              </a:spcAft>
              <a:buClr>
                <a:schemeClr val="dk1"/>
              </a:buClr>
              <a:buSzPts val="1400"/>
              <a:buFont typeface="Verdana"/>
              <a:buNone/>
              <a:defRPr/>
            </a:lvl3pPr>
            <a:lvl4pPr indent="-228600" lvl="3" marL="1828800" algn="l">
              <a:lnSpc>
                <a:spcPct val="100000"/>
              </a:lnSpc>
              <a:spcBef>
                <a:spcPts val="0"/>
              </a:spcBef>
              <a:spcAft>
                <a:spcPts val="0"/>
              </a:spcAft>
              <a:buClr>
                <a:schemeClr val="dk1"/>
              </a:buClr>
              <a:buSzPts val="1200"/>
              <a:buFont typeface="Verdana"/>
              <a:buNone/>
              <a:defRPr/>
            </a:lvl4pPr>
            <a:lvl5pPr indent="-228600" lvl="4" marL="2286000" algn="l">
              <a:lnSpc>
                <a:spcPct val="100000"/>
              </a:lnSpc>
              <a:spcBef>
                <a:spcPts val="0"/>
              </a:spcBef>
              <a:spcAft>
                <a:spcPts val="0"/>
              </a:spcAft>
              <a:buClr>
                <a:schemeClr val="dk1"/>
              </a:buClr>
              <a:buSzPts val="1200"/>
              <a:buFont typeface="Verdana"/>
              <a:buNone/>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76" name="Google Shape;176;p23"/>
          <p:cNvSpPr/>
          <p:nvPr/>
        </p:nvSpPr>
        <p:spPr>
          <a:xfrm>
            <a:off x="8590334" y="368300"/>
            <a:ext cx="3055566" cy="6588760"/>
          </a:xfrm>
          <a:custGeom>
            <a:rect b="b" l="l" r="r" t="t"/>
            <a:pathLst>
              <a:path extrusionOk="0" h="6588760" w="3055566">
                <a:moveTo>
                  <a:pt x="0" y="0"/>
                </a:moveTo>
                <a:lnTo>
                  <a:pt x="3055566" y="1516182"/>
                </a:lnTo>
                <a:lnTo>
                  <a:pt x="3055566" y="6588760"/>
                </a:lnTo>
                <a:lnTo>
                  <a:pt x="0" y="6588760"/>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177" name="Google Shape;177;p23"/>
          <p:cNvSpPr/>
          <p:nvPr/>
        </p:nvSpPr>
        <p:spPr>
          <a:xfrm>
            <a:off x="8016267" y="368300"/>
            <a:ext cx="3292930" cy="6645419"/>
          </a:xfrm>
          <a:custGeom>
            <a:rect b="b" l="l" r="r" t="t"/>
            <a:pathLst>
              <a:path extrusionOk="0" h="6645419" w="3292930">
                <a:moveTo>
                  <a:pt x="0" y="0"/>
                </a:moveTo>
                <a:lnTo>
                  <a:pt x="3292930" y="1633963"/>
                </a:lnTo>
                <a:lnTo>
                  <a:pt x="3292930" y="6645419"/>
                </a:lnTo>
                <a:lnTo>
                  <a:pt x="0" y="6645419"/>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gradFill>
            <a:gsLst>
              <a:gs pos="0">
                <a:srgbClr val="92C0E9">
                  <a:alpha val="40000"/>
                </a:srgbClr>
              </a:gs>
              <a:gs pos="100000">
                <a:srgbClr val="2D288F">
                  <a:alpha val="20000"/>
                </a:srgbClr>
              </a:gs>
            </a:gsLst>
            <a:lin ang="6900000" scaled="0"/>
          </a:gradFill>
          <a:ln>
            <a:noFill/>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178" name="Google Shape;178;p23"/>
          <p:cNvSpPr/>
          <p:nvPr/>
        </p:nvSpPr>
        <p:spPr>
          <a:xfrm>
            <a:off x="10828136" y="1143000"/>
            <a:ext cx="635184" cy="1928579"/>
          </a:xfrm>
          <a:custGeom>
            <a:rect b="b" l="l" r="r" t="t"/>
            <a:pathLst>
              <a:path extrusionOk="0" h="2164300" w="712819">
                <a:moveTo>
                  <a:pt x="0" y="0"/>
                </a:moveTo>
                <a:lnTo>
                  <a:pt x="712819" y="353704"/>
                </a:lnTo>
                <a:lnTo>
                  <a:pt x="712819" y="360048"/>
                </a:lnTo>
                <a:lnTo>
                  <a:pt x="712819" y="897076"/>
                </a:lnTo>
                <a:lnTo>
                  <a:pt x="712819" y="1620928"/>
                </a:lnTo>
                <a:lnTo>
                  <a:pt x="712819" y="2157956"/>
                </a:lnTo>
                <a:lnTo>
                  <a:pt x="712819" y="2164300"/>
                </a:lnTo>
                <a:lnTo>
                  <a:pt x="0" y="1810596"/>
                </a:lnTo>
                <a:lnTo>
                  <a:pt x="0" y="1804252"/>
                </a:lnTo>
                <a:lnTo>
                  <a:pt x="0" y="1267224"/>
                </a:lnTo>
                <a:lnTo>
                  <a:pt x="0" y="543372"/>
                </a:lnTo>
                <a:lnTo>
                  <a:pt x="0" y="6344"/>
                </a:lnTo>
                <a:close/>
              </a:path>
            </a:pathLst>
          </a:custGeom>
          <a:gradFill>
            <a:gsLst>
              <a:gs pos="0">
                <a:srgbClr val="92C0E9"/>
              </a:gs>
              <a:gs pos="100000">
                <a:srgbClr val="2D288F">
                  <a:alpha val="90196"/>
                </a:srgbClr>
              </a:gs>
            </a:gsLst>
            <a:lin ang="6900000" scaled="0"/>
          </a:gradFill>
          <a:ln cap="flat" cmpd="sng" w="19050">
            <a:solidFill>
              <a:srgbClr val="92C0E9"/>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00" u="none" cap="none" strike="noStrike">
              <a:solidFill>
                <a:srgbClr val="FFFFFF"/>
              </a:solidFill>
              <a:latin typeface="Verdana"/>
              <a:ea typeface="Verdana"/>
              <a:cs typeface="Verdana"/>
              <a:sym typeface="Verdana"/>
            </a:endParaRPr>
          </a:p>
        </p:txBody>
      </p:sp>
      <p:sp>
        <p:nvSpPr>
          <p:cNvPr id="179" name="Google Shape;179;p23"/>
          <p:cNvSpPr/>
          <p:nvPr>
            <p:ph idx="3" type="pic"/>
          </p:nvPr>
        </p:nvSpPr>
        <p:spPr>
          <a:xfrm>
            <a:off x="7442200" y="355600"/>
            <a:ext cx="3540058" cy="6645419"/>
          </a:xfrm>
          <a:prstGeom prst="rect">
            <a:avLst/>
          </a:prstGeom>
          <a:solidFill>
            <a:schemeClr val="lt2"/>
          </a:solidFill>
          <a:ln>
            <a:noFill/>
          </a:ln>
          <a:effectLst>
            <a:outerShdw blurRad="254000" rotWithShape="0" algn="ctr">
              <a:srgbClr val="000000">
                <a:alpha val="20000"/>
              </a:srgbClr>
            </a:outerShdw>
          </a:effectLst>
        </p:spPr>
      </p:sp>
      <p:sp>
        <p:nvSpPr>
          <p:cNvPr id="180" name="Google Shape;180;p23"/>
          <p:cNvSpPr/>
          <p:nvPr/>
        </p:nvSpPr>
        <p:spPr>
          <a:xfrm>
            <a:off x="6821714" y="3222172"/>
            <a:ext cx="483977" cy="1654169"/>
          </a:xfrm>
          <a:custGeom>
            <a:rect b="b" l="l" r="r" t="t"/>
            <a:pathLst>
              <a:path extrusionOk="0" h="2031124" w="594266">
                <a:moveTo>
                  <a:pt x="0" y="0"/>
                </a:moveTo>
                <a:lnTo>
                  <a:pt x="594266" y="294877"/>
                </a:lnTo>
                <a:lnTo>
                  <a:pt x="594266" y="526950"/>
                </a:lnTo>
                <a:lnTo>
                  <a:pt x="594266" y="747877"/>
                </a:lnTo>
                <a:lnTo>
                  <a:pt x="594266" y="1578124"/>
                </a:lnTo>
                <a:lnTo>
                  <a:pt x="594266" y="1799051"/>
                </a:lnTo>
                <a:lnTo>
                  <a:pt x="594266" y="2031124"/>
                </a:lnTo>
                <a:lnTo>
                  <a:pt x="0" y="1736247"/>
                </a:lnTo>
                <a:lnTo>
                  <a:pt x="0" y="1504174"/>
                </a:lnTo>
                <a:lnTo>
                  <a:pt x="0" y="1283247"/>
                </a:lnTo>
                <a:lnTo>
                  <a:pt x="0" y="453000"/>
                </a:lnTo>
                <a:lnTo>
                  <a:pt x="0" y="232073"/>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181" name="Google Shape;181;p23"/>
          <p:cNvSpPr txBox="1"/>
          <p:nvPr>
            <p:ph idx="4" type="body"/>
          </p:nvPr>
        </p:nvSpPr>
        <p:spPr>
          <a:xfrm>
            <a:off x="11145728" y="4127662"/>
            <a:ext cx="622300" cy="2146138"/>
          </a:xfrm>
          <a:prstGeom prst="rect">
            <a:avLst/>
          </a:prstGeom>
          <a:gradFill>
            <a:gsLst>
              <a:gs pos="0">
                <a:srgbClr val="66DFD9">
                  <a:alpha val="89020"/>
                </a:srgbClr>
              </a:gs>
              <a:gs pos="62000">
                <a:srgbClr val="00B2A9">
                  <a:alpha val="90196"/>
                </a:srgbClr>
              </a:gs>
              <a:gs pos="100000">
                <a:srgbClr val="2F2A95">
                  <a:alpha val="90196"/>
                </a:srgbClr>
              </a:gs>
            </a:gsLst>
            <a:lin ang="6900000" scaled="0"/>
          </a:gradFill>
          <a:ln cap="flat" cmpd="sng" w="19050">
            <a:solidFill>
              <a:srgbClr val="00B2A9"/>
            </a:solidFill>
            <a:prstDash val="solid"/>
            <a:miter lim="8000"/>
            <a:headEnd len="sm" w="sm" type="none"/>
            <a:tailEnd len="sm" w="sm" type="none"/>
          </a:ln>
          <a:effectLst>
            <a:outerShdw blurRad="190500" rotWithShape="0" algn="ctr">
              <a:srgbClr val="000000">
                <a:alpha val="25098"/>
              </a:srgbClr>
            </a:outerShdw>
          </a:effectLst>
        </p:spPr>
        <p:txBody>
          <a:bodyPr anchorCtr="0" anchor="ctr" bIns="0" lIns="0" spcFirstLastPara="1" rIns="0" wrap="square" tIns="0">
            <a:noAutofit/>
          </a:bodyPr>
          <a:lstStyle>
            <a:lvl1pPr indent="-234950" lvl="0" marL="457200" algn="l">
              <a:lnSpc>
                <a:spcPct val="100000"/>
              </a:lnSpc>
              <a:spcBef>
                <a:spcPts val="0"/>
              </a:spcBef>
              <a:spcAft>
                <a:spcPts val="0"/>
              </a:spcAft>
              <a:buClr>
                <a:srgbClr val="FFFFFF"/>
              </a:buClr>
              <a:buSzPts val="100"/>
              <a:buChar char="•"/>
              <a:defRPr b="0" i="0" sz="100" u="none" cap="none" strike="noStrike">
                <a:solidFill>
                  <a:srgbClr val="FFFFFF"/>
                </a:solidFill>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82" name="Google Shape;182;p23"/>
          <p:cNvSpPr txBox="1"/>
          <p:nvPr>
            <p:ph idx="5" type="body"/>
          </p:nvPr>
        </p:nvSpPr>
        <p:spPr>
          <a:xfrm>
            <a:off x="7119612" y="1854200"/>
            <a:ext cx="633150" cy="2150136"/>
          </a:xfrm>
          <a:prstGeom prst="rect">
            <a:avLst/>
          </a:prstGeom>
          <a:gradFill>
            <a:gsLst>
              <a:gs pos="0">
                <a:srgbClr val="C5B4E2">
                  <a:alpha val="72157"/>
                </a:srgbClr>
              </a:gs>
              <a:gs pos="100000">
                <a:srgbClr val="2F2A95">
                  <a:alpha val="80000"/>
                </a:srgbClr>
              </a:gs>
            </a:gsLst>
            <a:lin ang="6900000" scaled="0"/>
          </a:gradFill>
          <a:ln cap="flat" cmpd="sng" w="19050">
            <a:solidFill>
              <a:srgbClr val="C5B4E2"/>
            </a:solidFill>
            <a:prstDash val="solid"/>
            <a:miter lim="8000"/>
            <a:headEnd len="sm" w="sm" type="none"/>
            <a:tailEnd len="sm" w="sm" type="none"/>
          </a:ln>
          <a:effectLst>
            <a:outerShdw blurRad="190500" rotWithShape="0" algn="ctr">
              <a:srgbClr val="000000">
                <a:alpha val="25098"/>
              </a:srgbClr>
            </a:outerShdw>
          </a:effectLst>
        </p:spPr>
        <p:txBody>
          <a:bodyPr anchorCtr="0" anchor="ctr" bIns="0" lIns="0" spcFirstLastPara="1" rIns="0" wrap="square" tIns="0">
            <a:noAutofit/>
          </a:bodyPr>
          <a:lstStyle>
            <a:lvl1pPr indent="-228600" lvl="0" marL="457200" algn="l">
              <a:lnSpc>
                <a:spcPct val="100000"/>
              </a:lnSpc>
              <a:spcBef>
                <a:spcPts val="0"/>
              </a:spcBef>
              <a:spcAft>
                <a:spcPts val="0"/>
              </a:spcAft>
              <a:buClr>
                <a:srgbClr val="FFFFFF"/>
              </a:buClr>
              <a:buSzPts val="100"/>
              <a:buNone/>
              <a:defRPr b="0" i="0" sz="100" u="none" cap="none" strike="noStrike">
                <a:solidFill>
                  <a:srgbClr val="FFFFFF"/>
                </a:solidFill>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83" name="Google Shape;183;p23"/>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23"/>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23"/>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186" name="Google Shape;186;p23"/>
          <p:cNvSpPr/>
          <p:nvPr/>
        </p:nvSpPr>
        <p:spPr>
          <a:xfrm>
            <a:off x="570977" y="459740"/>
            <a:ext cx="2219325" cy="59182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15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750"/>
                                        <p:tgtEl>
                                          <p:spTgt spid="17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750"/>
                                        <p:tgtEl>
                                          <p:spTgt spid="1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750"/>
                                        <p:tgtEl>
                                          <p:spTgt spid="180"/>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50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par>
                          <p:cTn fill="hold">
                            <p:stCondLst>
                              <p:cond delay="750"/>
                            </p:stCondLst>
                            <p:childTnLst>
                              <p:par>
                                <p:cTn fill="hold" nodeType="afterEffect" presetClass="entr" presetID="10" presetSubtype="0">
                                  <p:stCondLst>
                                    <p:cond delay="50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par>
                          <p:cTn fill="hold">
                            <p:stCondLst>
                              <p:cond delay="1250"/>
                            </p:stCondLst>
                            <p:childTnLst>
                              <p:par>
                                <p:cTn fill="hold" nodeType="afterEffect" presetClass="entr" presetID="2" presetSubtype="4">
                                  <p:stCondLst>
                                    <p:cond delay="50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750"/>
                                        <p:tgtEl>
                                          <p:spTgt spid="18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82"/>
                                        </p:tgtEl>
                                        <p:attrNameLst>
                                          <p:attrName>style.visibility</p:attrName>
                                        </p:attrNameLst>
                                      </p:cBhvr>
                                      <p:to>
                                        <p:strVal val="visible"/>
                                      </p:to>
                                    </p:set>
                                    <p:anim calcmode="lin" valueType="num">
                                      <p:cBhvr additive="base">
                                        <p:cTn dur="750"/>
                                        <p:tgtEl>
                                          <p:spTgt spid="18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1200"/>
                                  </p:stCondLst>
                                  <p:childTnLst>
                                    <p:set>
                                      <p:cBhvr>
                                        <p:cTn dur="1" fill="hold">
                                          <p:stCondLst>
                                            <p:cond delay="0"/>
                                          </p:stCondLst>
                                        </p:cTn>
                                        <p:tgtEl>
                                          <p:spTgt spid="173"/>
                                        </p:tgtEl>
                                        <p:attrNameLst>
                                          <p:attrName>style.visibility</p:attrName>
                                        </p:attrNameLst>
                                      </p:cBhvr>
                                      <p:to>
                                        <p:strVal val="visible"/>
                                      </p:to>
                                    </p:set>
                                    <p:anim calcmode="lin" valueType="num">
                                      <p:cBhvr additive="base">
                                        <p:cTn dur="800"/>
                                        <p:tgtEl>
                                          <p:spTgt spid="17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750"/>
                                        <p:tgtEl>
                                          <p:spTgt spid="1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9"/>
                                        </p:tgtEl>
                                        <p:attrNameLst>
                                          <p:attrName>style.visibility</p:attrName>
                                        </p:attrNameLst>
                                      </p:cBhvr>
                                      <p:to>
                                        <p:strVal val="visible"/>
                                      </p:to>
                                    </p:set>
                                    <p:anim calcmode="lin" valueType="num">
                                      <p:cBhvr additive="base">
                                        <p:cTn dur="750"/>
                                        <p:tgtEl>
                                          <p:spTgt spid="1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icture)">
  <p:cSld name="Section Header (Picture)">
    <p:spTree>
      <p:nvGrpSpPr>
        <p:cNvPr id="187" name="Shape 187"/>
        <p:cNvGrpSpPr/>
        <p:nvPr/>
      </p:nvGrpSpPr>
      <p:grpSpPr>
        <a:xfrm>
          <a:off x="0" y="0"/>
          <a:ext cx="0" cy="0"/>
          <a:chOff x="0" y="0"/>
          <a:chExt cx="0" cy="0"/>
        </a:xfrm>
      </p:grpSpPr>
      <p:sp>
        <p:nvSpPr>
          <p:cNvPr id="188" name="Google Shape;188;p24"/>
          <p:cNvSpPr txBox="1"/>
          <p:nvPr>
            <p:ph type="title"/>
          </p:nvPr>
        </p:nvSpPr>
        <p:spPr>
          <a:xfrm>
            <a:off x="4622800" y="1524001"/>
            <a:ext cx="7023100" cy="2317750"/>
          </a:xfrm>
          <a:prstGeom prst="rect">
            <a:avLst/>
          </a:prstGeom>
          <a:noFill/>
          <a:ln>
            <a:noFill/>
          </a:ln>
        </p:spPr>
        <p:txBody>
          <a:bodyPr anchorCtr="0" anchor="b" bIns="144000" lIns="0" spcFirstLastPara="1" rIns="0" wrap="square" tIns="176400">
            <a:normAutofit/>
          </a:bodyPr>
          <a:lstStyle>
            <a:lvl1pPr lvl="0" algn="l">
              <a:lnSpc>
                <a:spcPct val="100000"/>
              </a:lnSpc>
              <a:spcBef>
                <a:spcPts val="0"/>
              </a:spcBef>
              <a:spcAft>
                <a:spcPts val="0"/>
              </a:spcAft>
              <a:buClr>
                <a:schemeClr val="dk1"/>
              </a:buClr>
              <a:buSzPts val="3600"/>
              <a:buFont typeface="Verdana"/>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24"/>
          <p:cNvSpPr txBox="1"/>
          <p:nvPr>
            <p:ph idx="1" type="body"/>
          </p:nvPr>
        </p:nvSpPr>
        <p:spPr>
          <a:xfrm>
            <a:off x="4622800" y="3967163"/>
            <a:ext cx="7023100" cy="1222375"/>
          </a:xfrm>
          <a:prstGeom prst="rect">
            <a:avLst/>
          </a:prstGeom>
          <a:noFill/>
          <a:ln>
            <a:noFill/>
          </a:ln>
        </p:spPr>
        <p:txBody>
          <a:bodyPr anchorCtr="0" anchor="t" bIns="0" lIns="0" spcFirstLastPara="1" rIns="0" wrap="square" tIns="144000">
            <a:normAutofit/>
          </a:bodyPr>
          <a:lstStyle>
            <a:lvl1pPr indent="-228600" lvl="0" marL="457200" algn="l">
              <a:lnSpc>
                <a:spcPct val="100000"/>
              </a:lnSpc>
              <a:spcBef>
                <a:spcPts val="0"/>
              </a:spcBef>
              <a:spcAft>
                <a:spcPts val="0"/>
              </a:spcAft>
              <a:buClr>
                <a:schemeClr val="dk1"/>
              </a:buClr>
              <a:buSzPts val="1800"/>
              <a:buFont typeface="Verdana"/>
              <a:buNone/>
              <a:defRPr sz="1800">
                <a:solidFill>
                  <a:schemeClr val="dk1"/>
                </a:solidFill>
                <a:latin typeface="Verdana"/>
                <a:ea typeface="Verdana"/>
                <a:cs typeface="Verdana"/>
                <a:sym typeface="Verdana"/>
              </a:defRPr>
            </a:lvl1pPr>
            <a:lvl2pPr indent="-228600" lvl="1" marL="914400" algn="l">
              <a:lnSpc>
                <a:spcPct val="100000"/>
              </a:lnSpc>
              <a:spcBef>
                <a:spcPts val="0"/>
              </a:spcBef>
              <a:spcAft>
                <a:spcPts val="0"/>
              </a:spcAft>
              <a:buClr>
                <a:srgbClr val="757575"/>
              </a:buClr>
              <a:buSzPts val="2000"/>
              <a:buNone/>
              <a:defRPr sz="2000">
                <a:solidFill>
                  <a:srgbClr val="757575"/>
                </a:solidFill>
              </a:defRPr>
            </a:lvl2pPr>
            <a:lvl3pPr indent="-228600" lvl="2" marL="1371600" algn="l">
              <a:lnSpc>
                <a:spcPct val="100000"/>
              </a:lnSpc>
              <a:spcBef>
                <a:spcPts val="0"/>
              </a:spcBef>
              <a:spcAft>
                <a:spcPts val="0"/>
              </a:spcAft>
              <a:buClr>
                <a:srgbClr val="757575"/>
              </a:buClr>
              <a:buSzPts val="1800"/>
              <a:buNone/>
              <a:defRPr sz="1800">
                <a:solidFill>
                  <a:srgbClr val="757575"/>
                </a:solidFill>
              </a:defRPr>
            </a:lvl3pPr>
            <a:lvl4pPr indent="-228600" lvl="3" marL="1828800" algn="l">
              <a:lnSpc>
                <a:spcPct val="100000"/>
              </a:lnSpc>
              <a:spcBef>
                <a:spcPts val="0"/>
              </a:spcBef>
              <a:spcAft>
                <a:spcPts val="0"/>
              </a:spcAft>
              <a:buClr>
                <a:srgbClr val="757575"/>
              </a:buClr>
              <a:buSzPts val="1600"/>
              <a:buNone/>
              <a:defRPr sz="1600">
                <a:solidFill>
                  <a:srgbClr val="757575"/>
                </a:solidFill>
              </a:defRPr>
            </a:lvl4pPr>
            <a:lvl5pPr indent="-228600" lvl="4" marL="2286000" algn="l">
              <a:lnSpc>
                <a:spcPct val="100000"/>
              </a:lnSpc>
              <a:spcBef>
                <a:spcPts val="0"/>
              </a:spcBef>
              <a:spcAft>
                <a:spcPts val="0"/>
              </a:spcAft>
              <a:buClr>
                <a:srgbClr val="757575"/>
              </a:buClr>
              <a:buSzPts val="1600"/>
              <a:buNone/>
              <a:defRPr sz="1600">
                <a:solidFill>
                  <a:srgbClr val="757575"/>
                </a:solidFill>
              </a:defRPr>
            </a:lvl5pPr>
            <a:lvl6pPr indent="-228600" lvl="5" marL="2743200" algn="l">
              <a:lnSpc>
                <a:spcPct val="100000"/>
              </a:lnSpc>
              <a:spcBef>
                <a:spcPts val="0"/>
              </a:spcBef>
              <a:spcAft>
                <a:spcPts val="0"/>
              </a:spcAft>
              <a:buClr>
                <a:srgbClr val="757575"/>
              </a:buClr>
              <a:buSzPts val="1600"/>
              <a:buNone/>
              <a:defRPr sz="1600">
                <a:solidFill>
                  <a:srgbClr val="757575"/>
                </a:solidFill>
              </a:defRPr>
            </a:lvl6pPr>
            <a:lvl7pPr indent="-228600" lvl="6" marL="3200400" algn="l">
              <a:lnSpc>
                <a:spcPct val="100000"/>
              </a:lnSpc>
              <a:spcBef>
                <a:spcPts val="0"/>
              </a:spcBef>
              <a:spcAft>
                <a:spcPts val="0"/>
              </a:spcAft>
              <a:buClr>
                <a:srgbClr val="757575"/>
              </a:buClr>
              <a:buSzPts val="1600"/>
              <a:buNone/>
              <a:defRPr sz="1600">
                <a:solidFill>
                  <a:srgbClr val="757575"/>
                </a:solidFill>
              </a:defRPr>
            </a:lvl7pPr>
            <a:lvl8pPr indent="-228600" lvl="7" marL="3657600" algn="l">
              <a:lnSpc>
                <a:spcPct val="100000"/>
              </a:lnSpc>
              <a:spcBef>
                <a:spcPts val="0"/>
              </a:spcBef>
              <a:spcAft>
                <a:spcPts val="0"/>
              </a:spcAft>
              <a:buClr>
                <a:srgbClr val="757575"/>
              </a:buClr>
              <a:buSzPts val="1600"/>
              <a:buNone/>
              <a:defRPr sz="1600">
                <a:solidFill>
                  <a:srgbClr val="757575"/>
                </a:solidFill>
              </a:defRPr>
            </a:lvl8pPr>
            <a:lvl9pPr indent="-228600" lvl="8" marL="4114800" algn="l">
              <a:lnSpc>
                <a:spcPct val="100000"/>
              </a:lnSpc>
              <a:spcBef>
                <a:spcPts val="0"/>
              </a:spcBef>
              <a:spcAft>
                <a:spcPts val="0"/>
              </a:spcAft>
              <a:buClr>
                <a:srgbClr val="757575"/>
              </a:buClr>
              <a:buSzPts val="1600"/>
              <a:buNone/>
              <a:defRPr sz="1600">
                <a:solidFill>
                  <a:srgbClr val="757575"/>
                </a:solidFill>
              </a:defRPr>
            </a:lvl9pPr>
          </a:lstStyle>
          <a:p/>
        </p:txBody>
      </p:sp>
      <p:sp>
        <p:nvSpPr>
          <p:cNvPr id="190" name="Google Shape;190;p24"/>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24"/>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24"/>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193" name="Google Shape;193;p24"/>
          <p:cNvSpPr/>
          <p:nvPr/>
        </p:nvSpPr>
        <p:spPr>
          <a:xfrm>
            <a:off x="1975069" y="-1018931"/>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194" name="Google Shape;194;p24"/>
          <p:cNvSpPr/>
          <p:nvPr/>
        </p:nvSpPr>
        <p:spPr>
          <a:xfrm>
            <a:off x="1576725" y="-768429"/>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195" name="Google Shape;195;p24"/>
          <p:cNvSpPr/>
          <p:nvPr/>
        </p:nvSpPr>
        <p:spPr>
          <a:xfrm>
            <a:off x="1178380" y="-517927"/>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196" name="Google Shape;196;p24"/>
          <p:cNvSpPr/>
          <p:nvPr/>
        </p:nvSpPr>
        <p:spPr>
          <a:xfrm>
            <a:off x="780035" y="-267424"/>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197" name="Google Shape;197;p24"/>
          <p:cNvSpPr/>
          <p:nvPr/>
        </p:nvSpPr>
        <p:spPr>
          <a:xfrm>
            <a:off x="381690" y="-16922"/>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198" name="Google Shape;198;p24"/>
          <p:cNvSpPr/>
          <p:nvPr/>
        </p:nvSpPr>
        <p:spPr>
          <a:xfrm>
            <a:off x="-16654" y="233580"/>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199" name="Google Shape;199;p24"/>
          <p:cNvSpPr/>
          <p:nvPr/>
        </p:nvSpPr>
        <p:spPr>
          <a:xfrm>
            <a:off x="2373414" y="-1269433"/>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00" name="Google Shape;200;p24"/>
          <p:cNvSpPr/>
          <p:nvPr/>
        </p:nvSpPr>
        <p:spPr>
          <a:xfrm>
            <a:off x="2771759" y="-1519936"/>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01" name="Google Shape;201;p24"/>
          <p:cNvSpPr/>
          <p:nvPr/>
        </p:nvSpPr>
        <p:spPr>
          <a:xfrm>
            <a:off x="-414999" y="484074"/>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02" name="Google Shape;202;p24"/>
          <p:cNvSpPr/>
          <p:nvPr/>
        </p:nvSpPr>
        <p:spPr>
          <a:xfrm>
            <a:off x="-813301" y="746805"/>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03" name="Google Shape;203;p24"/>
          <p:cNvSpPr/>
          <p:nvPr/>
        </p:nvSpPr>
        <p:spPr>
          <a:xfrm>
            <a:off x="3167046" y="-1777111"/>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04" name="Google Shape;204;p24"/>
          <p:cNvSpPr/>
          <p:nvPr/>
        </p:nvSpPr>
        <p:spPr>
          <a:xfrm>
            <a:off x="3562333" y="-2034286"/>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05" name="Google Shape;205;p24"/>
          <p:cNvSpPr/>
          <p:nvPr/>
        </p:nvSpPr>
        <p:spPr>
          <a:xfrm>
            <a:off x="3957620" y="-2291461"/>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06" name="Google Shape;206;p24"/>
          <p:cNvSpPr/>
          <p:nvPr/>
        </p:nvSpPr>
        <p:spPr>
          <a:xfrm>
            <a:off x="4352907" y="-2548636"/>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07" name="Google Shape;207;p24"/>
          <p:cNvSpPr/>
          <p:nvPr/>
        </p:nvSpPr>
        <p:spPr>
          <a:xfrm>
            <a:off x="377826" y="-17930"/>
            <a:ext cx="2784904" cy="6301255"/>
          </a:xfrm>
          <a:custGeom>
            <a:rect b="b" l="l" r="r" t="t"/>
            <a:pathLst>
              <a:path extrusionOk="0" h="6301255" w="2784904">
                <a:moveTo>
                  <a:pt x="0" y="0"/>
                </a:moveTo>
                <a:lnTo>
                  <a:pt x="2784904" y="0"/>
                </a:lnTo>
                <a:lnTo>
                  <a:pt x="2784904" y="14755"/>
                </a:lnTo>
                <a:lnTo>
                  <a:pt x="2784904" y="1456078"/>
                </a:lnTo>
                <a:lnTo>
                  <a:pt x="2784904" y="1470833"/>
                </a:lnTo>
                <a:lnTo>
                  <a:pt x="2784904" y="4830422"/>
                </a:lnTo>
                <a:lnTo>
                  <a:pt x="2784904" y="4845177"/>
                </a:lnTo>
                <a:lnTo>
                  <a:pt x="2784904" y="6286500"/>
                </a:lnTo>
                <a:lnTo>
                  <a:pt x="2784904" y="6301255"/>
                </a:lnTo>
                <a:lnTo>
                  <a:pt x="0" y="4954961"/>
                </a:lnTo>
                <a:lnTo>
                  <a:pt x="0" y="4940206"/>
                </a:lnTo>
                <a:lnTo>
                  <a:pt x="0" y="3498883"/>
                </a:lnTo>
                <a:lnTo>
                  <a:pt x="0" y="3484128"/>
                </a:lnTo>
                <a:lnTo>
                  <a:pt x="0" y="1470833"/>
                </a:lnTo>
                <a:lnTo>
                  <a:pt x="0" y="1456078"/>
                </a:lnTo>
                <a:lnTo>
                  <a:pt x="0" y="14755"/>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08" name="Google Shape;208;p24"/>
          <p:cNvSpPr/>
          <p:nvPr/>
        </p:nvSpPr>
        <p:spPr>
          <a:xfrm>
            <a:off x="547741" y="0"/>
            <a:ext cx="3052740" cy="6286500"/>
          </a:xfrm>
          <a:custGeom>
            <a:rect b="b" l="l" r="r" t="t"/>
            <a:pathLst>
              <a:path extrusionOk="0" h="6286500" w="3052740">
                <a:moveTo>
                  <a:pt x="0" y="0"/>
                </a:moveTo>
                <a:lnTo>
                  <a:pt x="3052740" y="0"/>
                </a:lnTo>
                <a:lnTo>
                  <a:pt x="3052740" y="1456078"/>
                </a:lnTo>
                <a:lnTo>
                  <a:pt x="3052740" y="4830422"/>
                </a:lnTo>
                <a:lnTo>
                  <a:pt x="3052740" y="6286500"/>
                </a:lnTo>
                <a:lnTo>
                  <a:pt x="0" y="4810727"/>
                </a:lnTo>
                <a:lnTo>
                  <a:pt x="0" y="3354649"/>
                </a:lnTo>
                <a:lnTo>
                  <a:pt x="0" y="1456078"/>
                </a:lnTo>
                <a:close/>
              </a:path>
            </a:pathLst>
          </a:custGeom>
          <a:gradFill>
            <a:gsLst>
              <a:gs pos="0">
                <a:srgbClr val="2D288F">
                  <a:alpha val="20000"/>
                </a:srgbClr>
              </a:gs>
              <a:gs pos="100000">
                <a:srgbClr val="92C0E9">
                  <a:alpha val="40000"/>
                </a:srgbClr>
              </a:gs>
            </a:gsLst>
            <a:lin ang="6900000" scaled="0"/>
          </a:gradFill>
          <a:ln>
            <a:noFill/>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09" name="Google Shape;209;p24"/>
          <p:cNvSpPr/>
          <p:nvPr>
            <p:ph idx="2" type="pic"/>
          </p:nvPr>
        </p:nvSpPr>
        <p:spPr>
          <a:xfrm>
            <a:off x="736741" y="0"/>
            <a:ext cx="3323874" cy="6286500"/>
          </a:xfrm>
          <a:prstGeom prst="rect">
            <a:avLst/>
          </a:prstGeom>
          <a:solidFill>
            <a:schemeClr val="lt2"/>
          </a:solidFill>
          <a:ln>
            <a:noFill/>
          </a:ln>
          <a:effectLst>
            <a:outerShdw blurRad="254000" rotWithShape="0" algn="ctr">
              <a:srgbClr val="000000">
                <a:alpha val="20000"/>
              </a:srgbClr>
            </a:outerShdw>
          </a:effectLst>
        </p:spPr>
      </p:sp>
      <p:sp>
        <p:nvSpPr>
          <p:cNvPr id="210" name="Google Shape;210;p24"/>
          <p:cNvSpPr/>
          <p:nvPr/>
        </p:nvSpPr>
        <p:spPr>
          <a:xfrm>
            <a:off x="10615629" y="5410669"/>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11" name="Google Shape;211;p24"/>
          <p:cNvSpPr/>
          <p:nvPr/>
        </p:nvSpPr>
        <p:spPr>
          <a:xfrm>
            <a:off x="10217284" y="5661171"/>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12" name="Google Shape;212;p24"/>
          <p:cNvSpPr/>
          <p:nvPr/>
        </p:nvSpPr>
        <p:spPr>
          <a:xfrm>
            <a:off x="9818939" y="5911673"/>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13" name="Google Shape;213;p24"/>
          <p:cNvSpPr/>
          <p:nvPr/>
        </p:nvSpPr>
        <p:spPr>
          <a:xfrm>
            <a:off x="9420594" y="6162175"/>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14" name="Google Shape;214;p24"/>
          <p:cNvSpPr/>
          <p:nvPr/>
        </p:nvSpPr>
        <p:spPr>
          <a:xfrm>
            <a:off x="9022250" y="6412677"/>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15" name="Google Shape;215;p24"/>
          <p:cNvSpPr/>
          <p:nvPr/>
        </p:nvSpPr>
        <p:spPr>
          <a:xfrm>
            <a:off x="8623905" y="6663179"/>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16" name="Google Shape;216;p24"/>
          <p:cNvSpPr/>
          <p:nvPr/>
        </p:nvSpPr>
        <p:spPr>
          <a:xfrm>
            <a:off x="11013973" y="5160166"/>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17" name="Google Shape;217;p24"/>
          <p:cNvSpPr/>
          <p:nvPr/>
        </p:nvSpPr>
        <p:spPr>
          <a:xfrm>
            <a:off x="11412318" y="4909664"/>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18" name="Google Shape;218;p24"/>
          <p:cNvSpPr/>
          <p:nvPr/>
        </p:nvSpPr>
        <p:spPr>
          <a:xfrm>
            <a:off x="11810663" y="4659162"/>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19" name="Google Shape;219;p24"/>
          <p:cNvSpPr/>
          <p:nvPr/>
        </p:nvSpPr>
        <p:spPr>
          <a:xfrm>
            <a:off x="12208965" y="4391504"/>
            <a:ext cx="796647" cy="2904236"/>
          </a:xfrm>
          <a:custGeom>
            <a:rect b="b" l="l" r="r" t="t"/>
            <a:pathLst>
              <a:path extrusionOk="0" h="4540911" w="1245596">
                <a:moveTo>
                  <a:pt x="1245597" y="4540912"/>
                </a:moveTo>
                <a:lnTo>
                  <a:pt x="0" y="3922843"/>
                </a:lnTo>
                <a:lnTo>
                  <a:pt x="0" y="0"/>
                </a:lnTo>
                <a:lnTo>
                  <a:pt x="1245597" y="618069"/>
                </a:lnTo>
                <a:lnTo>
                  <a:pt x="1245597" y="4540912"/>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25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250"/>
                                        <p:tgtEl>
                                          <p:spTgt spid="198"/>
                                        </p:tgtEl>
                                      </p:cBhvr>
                                    </p:animEffect>
                                  </p:childTnLst>
                                </p:cTn>
                              </p:par>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250"/>
                                        <p:tgtEl>
                                          <p:spTgt spid="197"/>
                                        </p:tgtEl>
                                      </p:cBhvr>
                                    </p:animEffect>
                                  </p:childTnLst>
                                </p:cTn>
                              </p:par>
                              <p:par>
                                <p:cTn fill="hold" nodeType="with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250"/>
                                        <p:tgtEl>
                                          <p:spTgt spid="196"/>
                                        </p:tgtEl>
                                      </p:cBhvr>
                                    </p:animEffect>
                                  </p:childTnLst>
                                </p:cTn>
                              </p:par>
                              <p:par>
                                <p:cTn fill="hold" nodeType="with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250"/>
                                        <p:tgtEl>
                                          <p:spTgt spid="195"/>
                                        </p:tgtEl>
                                      </p:cBhvr>
                                    </p:animEffect>
                                  </p:childTnLst>
                                </p:cTn>
                              </p:par>
                              <p:par>
                                <p:cTn fill="hold" nodeType="with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250"/>
                                        <p:tgtEl>
                                          <p:spTgt spid="194"/>
                                        </p:tgtEl>
                                      </p:cBhvr>
                                    </p:animEffect>
                                  </p:childTnLst>
                                </p:cTn>
                              </p:par>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250"/>
                                        <p:tgtEl>
                                          <p:spTgt spid="193"/>
                                        </p:tgtEl>
                                      </p:cBhvr>
                                    </p:animEffect>
                                  </p:childTnLst>
                                </p:cTn>
                              </p:par>
                              <p:par>
                                <p:cTn fill="hold" nodeType="with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250"/>
                                        <p:tgtEl>
                                          <p:spTgt spid="199"/>
                                        </p:tgtEl>
                                      </p:cBhvr>
                                    </p:animEffect>
                                  </p:childTnLst>
                                </p:cTn>
                              </p:par>
                              <p:par>
                                <p:cTn fill="hold" nodeType="with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250"/>
                                        <p:tgtEl>
                                          <p:spTgt spid="200"/>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250"/>
                                        <p:tgtEl>
                                          <p:spTgt spid="202"/>
                                        </p:tgtEl>
                                      </p:cBhvr>
                                    </p:animEffect>
                                  </p:childTnLst>
                                </p:cTn>
                              </p:par>
                              <p:par>
                                <p:cTn fill="hold" nodeType="with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250"/>
                                        <p:tgtEl>
                                          <p:spTgt spid="204"/>
                                        </p:tgtEl>
                                      </p:cBhvr>
                                    </p:animEffect>
                                  </p:childTnLst>
                                </p:cTn>
                              </p:par>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25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25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250"/>
                                        <p:tgtEl>
                                          <p:spTgt spid="203"/>
                                        </p:tgtEl>
                                      </p:cBhvr>
                                    </p:animEffect>
                                  </p:childTnLst>
                                </p:cTn>
                              </p:par>
                              <p:par>
                                <p:cTn fill="hold" nodeType="withEffect" presetClass="entr" presetID="10" presetSubtype="0">
                                  <p:stCondLst>
                                    <p:cond delay="120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par>
                          <p:cTn fill="hold">
                            <p:stCondLst>
                              <p:cond delay="500"/>
                            </p:stCondLst>
                            <p:childTnLst>
                              <p:par>
                                <p:cTn fill="hold" nodeType="afterEffect" presetClass="entr" presetID="10" presetSubtype="0">
                                  <p:stCondLst>
                                    <p:cond delay="120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par>
                          <p:cTn fill="hold">
                            <p:stCondLst>
                              <p:cond delay="1000"/>
                            </p:stCondLst>
                            <p:childTnLst>
                              <p:par>
                                <p:cTn fill="hold" nodeType="afterEffect" presetClass="entr" presetID="10" presetSubtype="0">
                                  <p:stCondLst>
                                    <p:cond delay="250"/>
                                  </p:stCondLst>
                                  <p:childTnLst>
                                    <p:set>
                                      <p:cBhvr>
                                        <p:cTn dur="1" fill="hold">
                                          <p:stCondLst>
                                            <p:cond delay="0"/>
                                          </p:stCondLst>
                                        </p:cTn>
                                        <p:tgtEl>
                                          <p:spTgt spid="218"/>
                                        </p:tgtEl>
                                        <p:attrNameLst>
                                          <p:attrName>style.visibility</p:attrName>
                                        </p:attrNameLst>
                                      </p:cBhvr>
                                      <p:to>
                                        <p:strVal val="visible"/>
                                      </p:to>
                                    </p:set>
                                    <p:animEffect filter="fade" transition="in">
                                      <p:cBhvr>
                                        <p:cTn dur="250"/>
                                        <p:tgtEl>
                                          <p:spTgt spid="218"/>
                                        </p:tgtEl>
                                      </p:cBhvr>
                                    </p:animEffect>
                                  </p:childTnLst>
                                </p:cTn>
                              </p:par>
                              <p:par>
                                <p:cTn fill="hold" nodeType="withEffect" presetClass="entr" presetID="10" presetSubtype="0">
                                  <p:stCondLst>
                                    <p:cond delay="250"/>
                                  </p:stCondLst>
                                  <p:childTnLst>
                                    <p:set>
                                      <p:cBhvr>
                                        <p:cTn dur="1" fill="hold">
                                          <p:stCondLst>
                                            <p:cond delay="0"/>
                                          </p:stCondLst>
                                        </p:cTn>
                                        <p:tgtEl>
                                          <p:spTgt spid="217"/>
                                        </p:tgtEl>
                                        <p:attrNameLst>
                                          <p:attrName>style.visibility</p:attrName>
                                        </p:attrNameLst>
                                      </p:cBhvr>
                                      <p:to>
                                        <p:strVal val="visible"/>
                                      </p:to>
                                    </p:set>
                                    <p:animEffect filter="fade" transition="in">
                                      <p:cBhvr>
                                        <p:cTn dur="250"/>
                                        <p:tgtEl>
                                          <p:spTgt spid="217"/>
                                        </p:tgtEl>
                                      </p:cBhvr>
                                    </p:animEffect>
                                  </p:childTnLst>
                                </p:cTn>
                              </p:par>
                              <p:par>
                                <p:cTn fill="hold" nodeType="withEffect" presetClass="entr" presetID="10" presetSubtype="0">
                                  <p:stCondLst>
                                    <p:cond delay="250"/>
                                  </p:stCondLst>
                                  <p:childTnLst>
                                    <p:set>
                                      <p:cBhvr>
                                        <p:cTn dur="1" fill="hold">
                                          <p:stCondLst>
                                            <p:cond delay="0"/>
                                          </p:stCondLst>
                                        </p:cTn>
                                        <p:tgtEl>
                                          <p:spTgt spid="216"/>
                                        </p:tgtEl>
                                        <p:attrNameLst>
                                          <p:attrName>style.visibility</p:attrName>
                                        </p:attrNameLst>
                                      </p:cBhvr>
                                      <p:to>
                                        <p:strVal val="visible"/>
                                      </p:to>
                                    </p:set>
                                    <p:animEffect filter="fade" transition="in">
                                      <p:cBhvr>
                                        <p:cTn dur="250"/>
                                        <p:tgtEl>
                                          <p:spTgt spid="216"/>
                                        </p:tgtEl>
                                      </p:cBhvr>
                                    </p:animEffect>
                                  </p:childTnLst>
                                </p:cTn>
                              </p:par>
                              <p:par>
                                <p:cTn fill="hold" nodeType="withEffect" presetClass="entr" presetID="10" presetSubtype="0">
                                  <p:stCondLst>
                                    <p:cond delay="250"/>
                                  </p:stCondLst>
                                  <p:childTnLst>
                                    <p:set>
                                      <p:cBhvr>
                                        <p:cTn dur="1" fill="hold">
                                          <p:stCondLst>
                                            <p:cond delay="0"/>
                                          </p:stCondLst>
                                        </p:cTn>
                                        <p:tgtEl>
                                          <p:spTgt spid="210"/>
                                        </p:tgtEl>
                                        <p:attrNameLst>
                                          <p:attrName>style.visibility</p:attrName>
                                        </p:attrNameLst>
                                      </p:cBhvr>
                                      <p:to>
                                        <p:strVal val="visible"/>
                                      </p:to>
                                    </p:set>
                                    <p:animEffect filter="fade" transition="in">
                                      <p:cBhvr>
                                        <p:cTn dur="250"/>
                                        <p:tgtEl>
                                          <p:spTgt spid="210"/>
                                        </p:tgtEl>
                                      </p:cBhvr>
                                    </p:animEffect>
                                  </p:childTnLst>
                                </p:cTn>
                              </p:par>
                              <p:par>
                                <p:cTn fill="hold" nodeType="withEffect" presetClass="entr" presetID="10" presetSubtype="0">
                                  <p:stCondLst>
                                    <p:cond delay="250"/>
                                  </p:stCondLst>
                                  <p:childTnLst>
                                    <p:set>
                                      <p:cBhvr>
                                        <p:cTn dur="1" fill="hold">
                                          <p:stCondLst>
                                            <p:cond delay="0"/>
                                          </p:stCondLst>
                                        </p:cTn>
                                        <p:tgtEl>
                                          <p:spTgt spid="211"/>
                                        </p:tgtEl>
                                        <p:attrNameLst>
                                          <p:attrName>style.visibility</p:attrName>
                                        </p:attrNameLst>
                                      </p:cBhvr>
                                      <p:to>
                                        <p:strVal val="visible"/>
                                      </p:to>
                                    </p:set>
                                    <p:animEffect filter="fade" transition="in">
                                      <p:cBhvr>
                                        <p:cTn dur="250"/>
                                        <p:tgtEl>
                                          <p:spTgt spid="211"/>
                                        </p:tgtEl>
                                      </p:cBhvr>
                                    </p:animEffect>
                                  </p:childTnLst>
                                </p:cTn>
                              </p:par>
                              <p:par>
                                <p:cTn fill="hold" nodeType="withEffect" presetClass="entr" presetID="10" presetSubtype="0">
                                  <p:stCondLst>
                                    <p:cond delay="250"/>
                                  </p:stCondLst>
                                  <p:childTnLst>
                                    <p:set>
                                      <p:cBhvr>
                                        <p:cTn dur="1" fill="hold">
                                          <p:stCondLst>
                                            <p:cond delay="0"/>
                                          </p:stCondLst>
                                        </p:cTn>
                                        <p:tgtEl>
                                          <p:spTgt spid="212"/>
                                        </p:tgtEl>
                                        <p:attrNameLst>
                                          <p:attrName>style.visibility</p:attrName>
                                        </p:attrNameLst>
                                      </p:cBhvr>
                                      <p:to>
                                        <p:strVal val="visible"/>
                                      </p:to>
                                    </p:set>
                                    <p:animEffect filter="fade" transition="in">
                                      <p:cBhvr>
                                        <p:cTn dur="250"/>
                                        <p:tgtEl>
                                          <p:spTgt spid="212"/>
                                        </p:tgtEl>
                                      </p:cBhvr>
                                    </p:animEffect>
                                  </p:childTnLst>
                                </p:cTn>
                              </p:par>
                              <p:par>
                                <p:cTn fill="hold" nodeType="withEffect" presetClass="entr" presetID="10" presetSubtype="0">
                                  <p:stCondLst>
                                    <p:cond delay="250"/>
                                  </p:stCondLst>
                                  <p:childTnLst>
                                    <p:set>
                                      <p:cBhvr>
                                        <p:cTn dur="1" fill="hold">
                                          <p:stCondLst>
                                            <p:cond delay="0"/>
                                          </p:stCondLst>
                                        </p:cTn>
                                        <p:tgtEl>
                                          <p:spTgt spid="213"/>
                                        </p:tgtEl>
                                        <p:attrNameLst>
                                          <p:attrName>style.visibility</p:attrName>
                                        </p:attrNameLst>
                                      </p:cBhvr>
                                      <p:to>
                                        <p:strVal val="visible"/>
                                      </p:to>
                                    </p:set>
                                    <p:animEffect filter="fade" transition="in">
                                      <p:cBhvr>
                                        <p:cTn dur="250"/>
                                        <p:tgtEl>
                                          <p:spTgt spid="213"/>
                                        </p:tgtEl>
                                      </p:cBhvr>
                                    </p:animEffect>
                                  </p:childTnLst>
                                </p:cTn>
                              </p:par>
                              <p:par>
                                <p:cTn fill="hold" nodeType="withEffect" presetClass="entr" presetID="10" presetSubtype="0">
                                  <p:stCondLst>
                                    <p:cond delay="250"/>
                                  </p:stCondLst>
                                  <p:childTnLst>
                                    <p:set>
                                      <p:cBhvr>
                                        <p:cTn dur="1" fill="hold">
                                          <p:stCondLst>
                                            <p:cond delay="0"/>
                                          </p:stCondLst>
                                        </p:cTn>
                                        <p:tgtEl>
                                          <p:spTgt spid="214"/>
                                        </p:tgtEl>
                                        <p:attrNameLst>
                                          <p:attrName>style.visibility</p:attrName>
                                        </p:attrNameLst>
                                      </p:cBhvr>
                                      <p:to>
                                        <p:strVal val="visible"/>
                                      </p:to>
                                    </p:set>
                                    <p:animEffect filter="fade" transition="in">
                                      <p:cBhvr>
                                        <p:cTn dur="250"/>
                                        <p:tgtEl>
                                          <p:spTgt spid="214"/>
                                        </p:tgtEl>
                                      </p:cBhvr>
                                    </p:animEffect>
                                  </p:childTnLst>
                                </p:cTn>
                              </p:par>
                              <p:par>
                                <p:cTn fill="hold" nodeType="withEffect" presetClass="entr" presetID="10" presetSubtype="0">
                                  <p:stCondLst>
                                    <p:cond delay="250"/>
                                  </p:stCondLst>
                                  <p:childTnLst>
                                    <p:set>
                                      <p:cBhvr>
                                        <p:cTn dur="1" fill="hold">
                                          <p:stCondLst>
                                            <p:cond delay="0"/>
                                          </p:stCondLst>
                                        </p:cTn>
                                        <p:tgtEl>
                                          <p:spTgt spid="215"/>
                                        </p:tgtEl>
                                        <p:attrNameLst>
                                          <p:attrName>style.visibility</p:attrName>
                                        </p:attrNameLst>
                                      </p:cBhvr>
                                      <p:to>
                                        <p:strVal val="visible"/>
                                      </p:to>
                                    </p:set>
                                    <p:animEffect filter="fade" transition="in">
                                      <p:cBhvr>
                                        <p:cTn dur="250"/>
                                        <p:tgtEl>
                                          <p:spTgt spid="215"/>
                                        </p:tgtEl>
                                      </p:cBhvr>
                                    </p:animEffect>
                                  </p:childTnLst>
                                </p:cTn>
                              </p:par>
                            </p:childTnLst>
                          </p:cTn>
                        </p:par>
                        <p:par>
                          <p:cTn fill="hold">
                            <p:stCondLst>
                              <p:cond delay="1250"/>
                            </p:stCondLst>
                            <p:childTnLst>
                              <p:par>
                                <p:cTn fill="hold" nodeType="afterEffect" presetClass="entr" presetID="2" presetSubtype="1">
                                  <p:stCondLst>
                                    <p:cond delay="1400"/>
                                  </p:stCondLst>
                                  <p:childTnLst>
                                    <p:set>
                                      <p:cBhvr>
                                        <p:cTn dur="1" fill="hold">
                                          <p:stCondLst>
                                            <p:cond delay="0"/>
                                          </p:stCondLst>
                                        </p:cTn>
                                        <p:tgtEl>
                                          <p:spTgt spid="208"/>
                                        </p:tgtEl>
                                        <p:attrNameLst>
                                          <p:attrName>style.visibility</p:attrName>
                                        </p:attrNameLst>
                                      </p:cBhvr>
                                      <p:to>
                                        <p:strVal val="visible"/>
                                      </p:to>
                                    </p:set>
                                    <p:anim calcmode="lin" valueType="num">
                                      <p:cBhvr additive="base">
                                        <p:cTn dur="750"/>
                                        <p:tgtEl>
                                          <p:spTgt spid="2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1200"/>
                                  </p:stCondLst>
                                  <p:childTnLst>
                                    <p:set>
                                      <p:cBhvr>
                                        <p:cTn dur="1" fill="hold">
                                          <p:stCondLst>
                                            <p:cond delay="0"/>
                                          </p:stCondLst>
                                        </p:cTn>
                                        <p:tgtEl>
                                          <p:spTgt spid="209"/>
                                        </p:tgtEl>
                                        <p:attrNameLst>
                                          <p:attrName>style.visibility</p:attrName>
                                        </p:attrNameLst>
                                      </p:cBhvr>
                                      <p:to>
                                        <p:strVal val="visible"/>
                                      </p:to>
                                    </p:set>
                                    <p:anim calcmode="lin" valueType="num">
                                      <p:cBhvr additive="base">
                                        <p:cTn dur="750"/>
                                        <p:tgtEl>
                                          <p:spTgt spid="2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160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750"/>
                                        <p:tgtEl>
                                          <p:spTgt spid="20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20" name="Shape 220"/>
        <p:cNvGrpSpPr/>
        <p:nvPr/>
      </p:nvGrpSpPr>
      <p:grpSpPr>
        <a:xfrm>
          <a:off x="0" y="0"/>
          <a:ext cx="0" cy="0"/>
          <a:chOff x="0" y="0"/>
          <a:chExt cx="0" cy="0"/>
        </a:xfrm>
      </p:grpSpPr>
      <p:sp>
        <p:nvSpPr>
          <p:cNvPr id="221" name="Google Shape;221;p25"/>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25"/>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25"/>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algn="ctr">
              <a:spcBef>
                <a:spcPts val="0"/>
              </a:spcBef>
              <a:buClr>
                <a:schemeClr val="dk2"/>
              </a:buClr>
              <a:buSzPts val="1200"/>
              <a:buFont typeface="Verdana"/>
              <a:buNone/>
              <a:defRPr/>
            </a:lvl1pPr>
            <a:lvl2pPr indent="0" lvl="1" marL="0" algn="ctr">
              <a:spcBef>
                <a:spcPts val="0"/>
              </a:spcBef>
              <a:buClr>
                <a:schemeClr val="dk2"/>
              </a:buClr>
              <a:buSzPts val="1200"/>
              <a:buFont typeface="Verdana"/>
              <a:buNone/>
              <a:defRPr/>
            </a:lvl2pPr>
            <a:lvl3pPr indent="0" lvl="2" marL="0" algn="ctr">
              <a:spcBef>
                <a:spcPts val="0"/>
              </a:spcBef>
              <a:buClr>
                <a:schemeClr val="dk2"/>
              </a:buClr>
              <a:buSzPts val="1200"/>
              <a:buFont typeface="Verdana"/>
              <a:buNone/>
              <a:defRPr/>
            </a:lvl3pPr>
            <a:lvl4pPr indent="0" lvl="3" marL="0" algn="ctr">
              <a:spcBef>
                <a:spcPts val="0"/>
              </a:spcBef>
              <a:buClr>
                <a:schemeClr val="dk2"/>
              </a:buClr>
              <a:buSzPts val="1200"/>
              <a:buFont typeface="Verdana"/>
              <a:buNone/>
              <a:defRPr/>
            </a:lvl4pPr>
            <a:lvl5pPr indent="0" lvl="4" marL="0" algn="ctr">
              <a:spcBef>
                <a:spcPts val="0"/>
              </a:spcBef>
              <a:buClr>
                <a:schemeClr val="dk2"/>
              </a:buClr>
              <a:buSzPts val="1200"/>
              <a:buFont typeface="Verdana"/>
              <a:buNone/>
              <a:defRPr/>
            </a:lvl5pPr>
            <a:lvl6pPr indent="0" lvl="5" marL="0" algn="ctr">
              <a:spcBef>
                <a:spcPts val="0"/>
              </a:spcBef>
              <a:buClr>
                <a:schemeClr val="dk2"/>
              </a:buClr>
              <a:buSzPts val="1200"/>
              <a:buFont typeface="Verdana"/>
              <a:buNone/>
              <a:defRPr/>
            </a:lvl6pPr>
            <a:lvl7pPr indent="0" lvl="6" marL="0" algn="ctr">
              <a:spcBef>
                <a:spcPts val="0"/>
              </a:spcBef>
              <a:buClr>
                <a:schemeClr val="dk2"/>
              </a:buClr>
              <a:buSzPts val="1200"/>
              <a:buFont typeface="Verdana"/>
              <a:buNone/>
              <a:defRPr/>
            </a:lvl7pPr>
            <a:lvl8pPr indent="0" lvl="7" marL="0" algn="ctr">
              <a:spcBef>
                <a:spcPts val="0"/>
              </a:spcBef>
              <a:buClr>
                <a:schemeClr val="dk2"/>
              </a:buClr>
              <a:buSzPts val="1200"/>
              <a:buFont typeface="Verdana"/>
              <a:buNone/>
              <a:defRPr/>
            </a:lvl8pPr>
            <a:lvl9pPr indent="0" lvl="8" marL="0" algn="ctr">
              <a:spcBef>
                <a:spcPts val="0"/>
              </a:spcBef>
              <a:buClr>
                <a:schemeClr val="dk2"/>
              </a:buClr>
              <a:buSzPts val="1200"/>
              <a:buFont typeface="Verdana"/>
              <a:buNone/>
              <a:defRPr/>
            </a:lvl9pPr>
          </a:lstStyle>
          <a:p>
            <a:pPr indent="0" lvl="0" marL="0" rtl="0" algn="ctr">
              <a:spcBef>
                <a:spcPts val="0"/>
              </a:spcBef>
              <a:spcAft>
                <a:spcPts val="0"/>
              </a:spcAft>
              <a:buNone/>
            </a:pPr>
            <a:fld id="{00000000-1234-1234-1234-123412341234}" type="slidenum">
              <a:rPr lang="en"/>
              <a:t>‹#›</a:t>
            </a:fld>
            <a:endParaRPr/>
          </a:p>
        </p:txBody>
      </p:sp>
      <p:sp>
        <p:nvSpPr>
          <p:cNvPr id="224" name="Google Shape;224;p25"/>
          <p:cNvSpPr txBox="1"/>
          <p:nvPr>
            <p:ph idx="1" type="body"/>
          </p:nvPr>
        </p:nvSpPr>
        <p:spPr>
          <a:xfrm>
            <a:off x="546100" y="2733964"/>
            <a:ext cx="4798014" cy="13900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dk2"/>
              </a:buClr>
              <a:buSzPts val="4400"/>
              <a:buFont typeface="Verdana"/>
              <a:buNone/>
              <a:defRPr b="1" i="0" sz="4400">
                <a:solidFill>
                  <a:schemeClr val="dk2"/>
                </a:solidFill>
                <a:latin typeface="Verdana"/>
                <a:ea typeface="Verdana"/>
                <a:cs typeface="Verdana"/>
                <a:sym typeface="Verdana"/>
              </a:defRPr>
            </a:lvl1pPr>
            <a:lvl2pPr indent="-228600" lvl="1" marL="914400" algn="ctr">
              <a:lnSpc>
                <a:spcPct val="100000"/>
              </a:lnSpc>
              <a:spcBef>
                <a:spcPts val="0"/>
              </a:spcBef>
              <a:spcAft>
                <a:spcPts val="0"/>
              </a:spcAft>
              <a:buClr>
                <a:schemeClr val="dk2"/>
              </a:buClr>
              <a:buSzPts val="4400"/>
              <a:buFont typeface="Verdana"/>
              <a:buNone/>
              <a:defRPr sz="4400">
                <a:solidFill>
                  <a:schemeClr val="dk2"/>
                </a:solidFill>
                <a:latin typeface="Verdana"/>
                <a:ea typeface="Verdana"/>
                <a:cs typeface="Verdana"/>
                <a:sym typeface="Verdana"/>
              </a:defRPr>
            </a:lvl2pPr>
            <a:lvl3pPr indent="-228600" lvl="2" marL="1371600" algn="ctr">
              <a:lnSpc>
                <a:spcPct val="100000"/>
              </a:lnSpc>
              <a:spcBef>
                <a:spcPts val="0"/>
              </a:spcBef>
              <a:spcAft>
                <a:spcPts val="0"/>
              </a:spcAft>
              <a:buClr>
                <a:schemeClr val="dk2"/>
              </a:buClr>
              <a:buSzPts val="4400"/>
              <a:buFont typeface="Verdana"/>
              <a:buNone/>
              <a:defRPr sz="4400">
                <a:solidFill>
                  <a:schemeClr val="dk2"/>
                </a:solidFill>
                <a:latin typeface="Verdana"/>
                <a:ea typeface="Verdana"/>
                <a:cs typeface="Verdana"/>
                <a:sym typeface="Verdana"/>
              </a:defRPr>
            </a:lvl3pPr>
            <a:lvl4pPr indent="-228600" lvl="3" marL="1828800" algn="ctr">
              <a:lnSpc>
                <a:spcPct val="100000"/>
              </a:lnSpc>
              <a:spcBef>
                <a:spcPts val="0"/>
              </a:spcBef>
              <a:spcAft>
                <a:spcPts val="0"/>
              </a:spcAft>
              <a:buClr>
                <a:schemeClr val="dk2"/>
              </a:buClr>
              <a:buSzPts val="4400"/>
              <a:buFont typeface="Verdana"/>
              <a:buNone/>
              <a:defRPr sz="4400">
                <a:solidFill>
                  <a:schemeClr val="dk2"/>
                </a:solidFill>
                <a:latin typeface="Verdana"/>
                <a:ea typeface="Verdana"/>
                <a:cs typeface="Verdana"/>
                <a:sym typeface="Verdana"/>
              </a:defRPr>
            </a:lvl4pPr>
            <a:lvl5pPr indent="-228600" lvl="4" marL="2286000" algn="ctr">
              <a:lnSpc>
                <a:spcPct val="100000"/>
              </a:lnSpc>
              <a:spcBef>
                <a:spcPts val="0"/>
              </a:spcBef>
              <a:spcAft>
                <a:spcPts val="0"/>
              </a:spcAft>
              <a:buClr>
                <a:schemeClr val="dk2"/>
              </a:buClr>
              <a:buSzPts val="4400"/>
              <a:buFont typeface="Verdana"/>
              <a:buNone/>
              <a:defRPr sz="4400">
                <a:solidFill>
                  <a:schemeClr val="dk2"/>
                </a:solidFill>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25" name="Google Shape;225;p25"/>
          <p:cNvSpPr/>
          <p:nvPr/>
        </p:nvSpPr>
        <p:spPr>
          <a:xfrm>
            <a:off x="4543898" y="4599753"/>
            <a:ext cx="668911" cy="1690987"/>
          </a:xfrm>
          <a:custGeom>
            <a:rect b="b" l="l" r="r" t="t"/>
            <a:pathLst>
              <a:path extrusionOk="0" h="2913134" w="1152358">
                <a:moveTo>
                  <a:pt x="0" y="0"/>
                </a:moveTo>
                <a:lnTo>
                  <a:pt x="1152358" y="571804"/>
                </a:lnTo>
                <a:lnTo>
                  <a:pt x="1152358" y="1450229"/>
                </a:lnTo>
                <a:lnTo>
                  <a:pt x="1152358" y="2913134"/>
                </a:lnTo>
                <a:lnTo>
                  <a:pt x="0" y="2341330"/>
                </a:lnTo>
                <a:lnTo>
                  <a:pt x="0" y="878425"/>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100000"/>
              </a:lnSpc>
              <a:spcBef>
                <a:spcPts val="0"/>
              </a:spcBef>
              <a:spcAft>
                <a:spcPts val="0"/>
              </a:spcAft>
              <a:buClr>
                <a:srgbClr val="F2F2F2"/>
              </a:buClr>
              <a:buSzPts val="100"/>
              <a:buFont typeface="Verdana"/>
              <a:buNone/>
            </a:pPr>
            <a:r>
              <a:t/>
            </a:r>
            <a:endParaRPr b="0" i="0" sz="100" u="none" cap="none" strike="noStrike">
              <a:solidFill>
                <a:srgbClr val="FFFFFF"/>
              </a:solidFill>
              <a:latin typeface="Verdana"/>
              <a:ea typeface="Verdana"/>
              <a:cs typeface="Verdana"/>
              <a:sym typeface="Verdana"/>
            </a:endParaRPr>
          </a:p>
        </p:txBody>
      </p:sp>
      <p:sp>
        <p:nvSpPr>
          <p:cNvPr id="226" name="Google Shape;226;p25"/>
          <p:cNvSpPr/>
          <p:nvPr/>
        </p:nvSpPr>
        <p:spPr>
          <a:xfrm>
            <a:off x="4956527" y="3491486"/>
            <a:ext cx="684155" cy="2157777"/>
          </a:xfrm>
          <a:custGeom>
            <a:rect b="b" l="l" r="r" t="t"/>
            <a:pathLst>
              <a:path extrusionOk="0" h="2505291" w="794338">
                <a:moveTo>
                  <a:pt x="0" y="0"/>
                </a:moveTo>
                <a:lnTo>
                  <a:pt x="794338" y="394153"/>
                </a:lnTo>
                <a:lnTo>
                  <a:pt x="794338" y="2505291"/>
                </a:lnTo>
                <a:lnTo>
                  <a:pt x="0" y="2111138"/>
                </a:lnTo>
                <a:close/>
              </a:path>
            </a:pathLst>
          </a:custGeom>
          <a:gradFill>
            <a:gsLst>
              <a:gs pos="0">
                <a:srgbClr val="92C0E9"/>
              </a:gs>
              <a:gs pos="100000">
                <a:srgbClr val="2D288F">
                  <a:alpha val="90196"/>
                </a:srgbClr>
              </a:gs>
            </a:gsLst>
            <a:lin ang="6900000" scaled="0"/>
          </a:gradFill>
          <a:ln cap="flat" cmpd="sng" w="19050">
            <a:solidFill>
              <a:srgbClr val="92C0E9"/>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00" u="none" cap="none" strike="noStrike">
              <a:solidFill>
                <a:srgbClr val="FFFFFF"/>
              </a:solidFill>
              <a:latin typeface="Verdana"/>
              <a:ea typeface="Verdana"/>
              <a:cs typeface="Verdana"/>
              <a:sym typeface="Verdana"/>
            </a:endParaRPr>
          </a:p>
        </p:txBody>
      </p:sp>
      <p:sp>
        <p:nvSpPr>
          <p:cNvPr id="227" name="Google Shape;227;p25"/>
          <p:cNvSpPr/>
          <p:nvPr/>
        </p:nvSpPr>
        <p:spPr>
          <a:xfrm rot="10800000">
            <a:off x="819684" y="567262"/>
            <a:ext cx="668910" cy="1690987"/>
          </a:xfrm>
          <a:custGeom>
            <a:rect b="b" l="l" r="r" t="t"/>
            <a:pathLst>
              <a:path extrusionOk="0" h="2913134" w="1152358">
                <a:moveTo>
                  <a:pt x="0" y="0"/>
                </a:moveTo>
                <a:lnTo>
                  <a:pt x="1152358" y="571804"/>
                </a:lnTo>
                <a:lnTo>
                  <a:pt x="1152358" y="1450229"/>
                </a:lnTo>
                <a:lnTo>
                  <a:pt x="1152358" y="2913134"/>
                </a:lnTo>
                <a:lnTo>
                  <a:pt x="0" y="2341330"/>
                </a:lnTo>
                <a:lnTo>
                  <a:pt x="0" y="878425"/>
                </a:lnTo>
                <a:close/>
              </a:path>
            </a:pathLst>
          </a:cu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100000"/>
              </a:lnSpc>
              <a:spcBef>
                <a:spcPts val="0"/>
              </a:spcBef>
              <a:spcAft>
                <a:spcPts val="0"/>
              </a:spcAft>
              <a:buClr>
                <a:srgbClr val="F2F2F2"/>
              </a:buClr>
              <a:buSzPts val="100"/>
              <a:buFont typeface="Verdana"/>
              <a:buNone/>
            </a:pPr>
            <a:r>
              <a:t/>
            </a:r>
            <a:endParaRPr b="0" i="0" sz="100" u="none" cap="none" strike="noStrike">
              <a:solidFill>
                <a:srgbClr val="FFFFFF"/>
              </a:solidFill>
              <a:latin typeface="Verdana"/>
              <a:ea typeface="Verdana"/>
              <a:cs typeface="Verdana"/>
              <a:sym typeface="Verdana"/>
            </a:endParaRPr>
          </a:p>
        </p:txBody>
      </p:sp>
      <p:sp>
        <p:nvSpPr>
          <p:cNvPr id="228" name="Google Shape;228;p25"/>
          <p:cNvSpPr/>
          <p:nvPr/>
        </p:nvSpPr>
        <p:spPr>
          <a:xfrm rot="10800000">
            <a:off x="391819" y="1208739"/>
            <a:ext cx="684153" cy="2157777"/>
          </a:xfrm>
          <a:custGeom>
            <a:rect b="b" l="l" r="r" t="t"/>
            <a:pathLst>
              <a:path extrusionOk="0" h="2505291" w="794338">
                <a:moveTo>
                  <a:pt x="0" y="0"/>
                </a:moveTo>
                <a:lnTo>
                  <a:pt x="794338" y="394153"/>
                </a:lnTo>
                <a:lnTo>
                  <a:pt x="794338" y="2505291"/>
                </a:lnTo>
                <a:lnTo>
                  <a:pt x="0" y="2111138"/>
                </a:lnTo>
                <a:close/>
              </a:path>
            </a:pathLst>
          </a:custGeom>
          <a:gradFill>
            <a:gsLst>
              <a:gs pos="0">
                <a:srgbClr val="92C0E9"/>
              </a:gs>
              <a:gs pos="100000">
                <a:srgbClr val="2D288F">
                  <a:alpha val="90196"/>
                </a:srgbClr>
              </a:gs>
            </a:gsLst>
            <a:lin ang="6900000" scaled="0"/>
          </a:gradFill>
          <a:ln cap="flat" cmpd="sng" w="19050">
            <a:solidFill>
              <a:srgbClr val="92C0E9"/>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00" u="none" cap="none" strike="noStrike">
              <a:solidFill>
                <a:srgbClr val="FFFFFF"/>
              </a:solidFill>
              <a:latin typeface="Verdana"/>
              <a:ea typeface="Verdana"/>
              <a:cs typeface="Verdana"/>
              <a:sym typeface="Verdana"/>
            </a:endParaRPr>
          </a:p>
        </p:txBody>
      </p:sp>
      <p:sp>
        <p:nvSpPr>
          <p:cNvPr id="229" name="Google Shape;229;p25"/>
          <p:cNvSpPr txBox="1"/>
          <p:nvPr>
            <p:ph idx="2" type="body"/>
          </p:nvPr>
        </p:nvSpPr>
        <p:spPr>
          <a:xfrm>
            <a:off x="6032500" y="1627188"/>
            <a:ext cx="622300" cy="587374"/>
          </a:xfrm>
          <a:prstGeom prst="rect">
            <a:avLst/>
          </a:prstGeom>
          <a:noFill/>
          <a:ln>
            <a:noFill/>
          </a:ln>
        </p:spPr>
        <p:txBody>
          <a:bodyPr anchorCtr="0" anchor="ctr" bIns="0" lIns="0" spcFirstLastPara="1" rIns="0" wrap="square" tIns="0">
            <a:noAutofit/>
          </a:bodyPr>
          <a:lstStyle>
            <a:lvl1pPr indent="-228600" lvl="0" marL="457200" algn="r">
              <a:lnSpc>
                <a:spcPct val="100000"/>
              </a:lnSpc>
              <a:spcBef>
                <a:spcPts val="0"/>
              </a:spcBef>
              <a:spcAft>
                <a:spcPts val="0"/>
              </a:spcAft>
              <a:buClr>
                <a:schemeClr val="dk2"/>
              </a:buClr>
              <a:buSzPts val="3200"/>
              <a:buNone/>
              <a:defRPr sz="3200">
                <a:solidFill>
                  <a:schemeClr val="dk2"/>
                </a:solidFill>
                <a:latin typeface="Verdana"/>
                <a:ea typeface="Verdana"/>
                <a:cs typeface="Verdana"/>
                <a:sym typeface="Verdana"/>
              </a:defRPr>
            </a:lvl1pPr>
            <a:lvl2pPr indent="-228600" lvl="1" marL="9144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2pPr>
            <a:lvl3pPr indent="-228600" lvl="2" marL="13716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3pPr>
            <a:lvl4pPr indent="-228600" lvl="3" marL="18288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4pPr>
            <a:lvl5pPr indent="-228600" lvl="4" marL="22860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30" name="Google Shape;230;p25"/>
          <p:cNvSpPr txBox="1"/>
          <p:nvPr>
            <p:ph idx="3" type="body"/>
          </p:nvPr>
        </p:nvSpPr>
        <p:spPr>
          <a:xfrm>
            <a:off x="6032500" y="2424113"/>
            <a:ext cx="622300" cy="587374"/>
          </a:xfrm>
          <a:prstGeom prst="rect">
            <a:avLst/>
          </a:prstGeom>
          <a:noFill/>
          <a:ln>
            <a:noFill/>
          </a:ln>
        </p:spPr>
        <p:txBody>
          <a:bodyPr anchorCtr="0" anchor="ctr" bIns="0" lIns="0" spcFirstLastPara="1" rIns="0" wrap="square" tIns="0">
            <a:noAutofit/>
          </a:bodyPr>
          <a:lstStyle>
            <a:lvl1pPr indent="-228600" lvl="0" marL="457200" algn="r">
              <a:lnSpc>
                <a:spcPct val="100000"/>
              </a:lnSpc>
              <a:spcBef>
                <a:spcPts val="0"/>
              </a:spcBef>
              <a:spcAft>
                <a:spcPts val="0"/>
              </a:spcAft>
              <a:buClr>
                <a:schemeClr val="dk2"/>
              </a:buClr>
              <a:buSzPts val="3200"/>
              <a:buNone/>
              <a:defRPr sz="3200">
                <a:solidFill>
                  <a:schemeClr val="dk2"/>
                </a:solidFill>
                <a:latin typeface="Verdana"/>
                <a:ea typeface="Verdana"/>
                <a:cs typeface="Verdana"/>
                <a:sym typeface="Verdana"/>
              </a:defRPr>
            </a:lvl1pPr>
            <a:lvl2pPr indent="-228600" lvl="1" marL="9144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2pPr>
            <a:lvl3pPr indent="-228600" lvl="2" marL="13716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3pPr>
            <a:lvl4pPr indent="-228600" lvl="3" marL="18288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4pPr>
            <a:lvl5pPr indent="-228600" lvl="4" marL="22860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31" name="Google Shape;231;p25"/>
          <p:cNvSpPr txBox="1"/>
          <p:nvPr>
            <p:ph idx="4" type="body"/>
          </p:nvPr>
        </p:nvSpPr>
        <p:spPr>
          <a:xfrm>
            <a:off x="6032500" y="3221038"/>
            <a:ext cx="622300" cy="587374"/>
          </a:xfrm>
          <a:prstGeom prst="rect">
            <a:avLst/>
          </a:prstGeom>
          <a:noFill/>
          <a:ln>
            <a:noFill/>
          </a:ln>
        </p:spPr>
        <p:txBody>
          <a:bodyPr anchorCtr="0" anchor="ctr" bIns="0" lIns="0" spcFirstLastPara="1" rIns="0" wrap="square" tIns="0">
            <a:noAutofit/>
          </a:bodyPr>
          <a:lstStyle>
            <a:lvl1pPr indent="-228600" lvl="0" marL="457200" algn="r">
              <a:lnSpc>
                <a:spcPct val="100000"/>
              </a:lnSpc>
              <a:spcBef>
                <a:spcPts val="0"/>
              </a:spcBef>
              <a:spcAft>
                <a:spcPts val="0"/>
              </a:spcAft>
              <a:buClr>
                <a:schemeClr val="dk2"/>
              </a:buClr>
              <a:buSzPts val="3200"/>
              <a:buNone/>
              <a:defRPr sz="3200">
                <a:solidFill>
                  <a:schemeClr val="dk2"/>
                </a:solidFill>
                <a:latin typeface="Verdana"/>
                <a:ea typeface="Verdana"/>
                <a:cs typeface="Verdana"/>
                <a:sym typeface="Verdana"/>
              </a:defRPr>
            </a:lvl1pPr>
            <a:lvl2pPr indent="-228600" lvl="1" marL="9144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2pPr>
            <a:lvl3pPr indent="-228600" lvl="2" marL="13716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3pPr>
            <a:lvl4pPr indent="-228600" lvl="3" marL="18288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4pPr>
            <a:lvl5pPr indent="-228600" lvl="4" marL="22860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32" name="Google Shape;232;p25"/>
          <p:cNvSpPr txBox="1"/>
          <p:nvPr>
            <p:ph idx="5" type="body"/>
          </p:nvPr>
        </p:nvSpPr>
        <p:spPr>
          <a:xfrm>
            <a:off x="6032500" y="4017963"/>
            <a:ext cx="622300" cy="587374"/>
          </a:xfrm>
          <a:prstGeom prst="rect">
            <a:avLst/>
          </a:prstGeom>
          <a:noFill/>
          <a:ln>
            <a:noFill/>
          </a:ln>
        </p:spPr>
        <p:txBody>
          <a:bodyPr anchorCtr="0" anchor="ctr" bIns="0" lIns="0" spcFirstLastPara="1" rIns="0" wrap="square" tIns="0">
            <a:noAutofit/>
          </a:bodyPr>
          <a:lstStyle>
            <a:lvl1pPr indent="-228600" lvl="0" marL="457200" algn="r">
              <a:lnSpc>
                <a:spcPct val="100000"/>
              </a:lnSpc>
              <a:spcBef>
                <a:spcPts val="0"/>
              </a:spcBef>
              <a:spcAft>
                <a:spcPts val="0"/>
              </a:spcAft>
              <a:buClr>
                <a:schemeClr val="dk2"/>
              </a:buClr>
              <a:buSzPts val="3200"/>
              <a:buNone/>
              <a:defRPr sz="3200">
                <a:solidFill>
                  <a:schemeClr val="dk2"/>
                </a:solidFill>
                <a:latin typeface="Verdana"/>
                <a:ea typeface="Verdana"/>
                <a:cs typeface="Verdana"/>
                <a:sym typeface="Verdana"/>
              </a:defRPr>
            </a:lvl1pPr>
            <a:lvl2pPr indent="-228600" lvl="1" marL="9144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2pPr>
            <a:lvl3pPr indent="-228600" lvl="2" marL="13716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3pPr>
            <a:lvl4pPr indent="-228600" lvl="3" marL="18288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4pPr>
            <a:lvl5pPr indent="-228600" lvl="4" marL="22860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33" name="Google Shape;233;p25"/>
          <p:cNvSpPr txBox="1"/>
          <p:nvPr>
            <p:ph idx="6" type="body"/>
          </p:nvPr>
        </p:nvSpPr>
        <p:spPr>
          <a:xfrm>
            <a:off x="6032500" y="4814888"/>
            <a:ext cx="622300" cy="587374"/>
          </a:xfrm>
          <a:prstGeom prst="rect">
            <a:avLst/>
          </a:prstGeom>
          <a:noFill/>
          <a:ln>
            <a:noFill/>
          </a:ln>
        </p:spPr>
        <p:txBody>
          <a:bodyPr anchorCtr="0" anchor="ctr" bIns="0" lIns="0" spcFirstLastPara="1" rIns="0" wrap="square" tIns="0">
            <a:noAutofit/>
          </a:bodyPr>
          <a:lstStyle>
            <a:lvl1pPr indent="-228600" lvl="0" marL="457200" algn="r">
              <a:lnSpc>
                <a:spcPct val="100000"/>
              </a:lnSpc>
              <a:spcBef>
                <a:spcPts val="0"/>
              </a:spcBef>
              <a:spcAft>
                <a:spcPts val="0"/>
              </a:spcAft>
              <a:buClr>
                <a:schemeClr val="dk2"/>
              </a:buClr>
              <a:buSzPts val="3200"/>
              <a:buNone/>
              <a:defRPr sz="3200">
                <a:solidFill>
                  <a:schemeClr val="dk2"/>
                </a:solidFill>
                <a:latin typeface="Verdana"/>
                <a:ea typeface="Verdana"/>
                <a:cs typeface="Verdana"/>
                <a:sym typeface="Verdana"/>
              </a:defRPr>
            </a:lvl1pPr>
            <a:lvl2pPr indent="-228600" lvl="1" marL="9144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2pPr>
            <a:lvl3pPr indent="-228600" lvl="2" marL="13716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3pPr>
            <a:lvl4pPr indent="-228600" lvl="3" marL="18288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4pPr>
            <a:lvl5pPr indent="-228600" lvl="4" marL="22860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34" name="Google Shape;234;p25"/>
          <p:cNvSpPr txBox="1"/>
          <p:nvPr>
            <p:ph idx="7" type="body"/>
          </p:nvPr>
        </p:nvSpPr>
        <p:spPr>
          <a:xfrm>
            <a:off x="6032500" y="5611813"/>
            <a:ext cx="622300" cy="587374"/>
          </a:xfrm>
          <a:prstGeom prst="rect">
            <a:avLst/>
          </a:prstGeom>
          <a:noFill/>
          <a:ln>
            <a:noFill/>
          </a:ln>
        </p:spPr>
        <p:txBody>
          <a:bodyPr anchorCtr="0" anchor="ctr" bIns="0" lIns="0" spcFirstLastPara="1" rIns="0" wrap="square" tIns="0">
            <a:noAutofit/>
          </a:bodyPr>
          <a:lstStyle>
            <a:lvl1pPr indent="-228600" lvl="0" marL="457200" algn="r">
              <a:lnSpc>
                <a:spcPct val="100000"/>
              </a:lnSpc>
              <a:spcBef>
                <a:spcPts val="0"/>
              </a:spcBef>
              <a:spcAft>
                <a:spcPts val="0"/>
              </a:spcAft>
              <a:buClr>
                <a:schemeClr val="dk2"/>
              </a:buClr>
              <a:buSzPts val="3200"/>
              <a:buNone/>
              <a:defRPr sz="3200">
                <a:solidFill>
                  <a:schemeClr val="dk2"/>
                </a:solidFill>
                <a:latin typeface="Verdana"/>
                <a:ea typeface="Verdana"/>
                <a:cs typeface="Verdana"/>
                <a:sym typeface="Verdana"/>
              </a:defRPr>
            </a:lvl1pPr>
            <a:lvl2pPr indent="-228600" lvl="1" marL="9144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2pPr>
            <a:lvl3pPr indent="-228600" lvl="2" marL="13716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3pPr>
            <a:lvl4pPr indent="-228600" lvl="3" marL="18288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4pPr>
            <a:lvl5pPr indent="-228600" lvl="4" marL="2286000" algn="r">
              <a:lnSpc>
                <a:spcPct val="100000"/>
              </a:lnSpc>
              <a:spcBef>
                <a:spcPts val="0"/>
              </a:spcBef>
              <a:spcAft>
                <a:spcPts val="0"/>
              </a:spcAft>
              <a:buClr>
                <a:schemeClr val="accent2"/>
              </a:buClr>
              <a:buSzPts val="3200"/>
              <a:buNone/>
              <a:defRPr sz="3200">
                <a:solidFill>
                  <a:schemeClr val="accent2"/>
                </a:solidFill>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35" name="Google Shape;235;p25"/>
          <p:cNvSpPr txBox="1"/>
          <p:nvPr>
            <p:ph idx="8" type="body"/>
          </p:nvPr>
        </p:nvSpPr>
        <p:spPr>
          <a:xfrm>
            <a:off x="6783614" y="1627188"/>
            <a:ext cx="5408386" cy="587374"/>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2400"/>
              <a:buFont typeface="Verdana"/>
              <a:buNone/>
              <a:defRPr sz="2400">
                <a:latin typeface="Verdana"/>
                <a:ea typeface="Verdana"/>
                <a:cs typeface="Verdana"/>
                <a:sym typeface="Verdana"/>
              </a:defRPr>
            </a:lvl1pPr>
            <a:lvl2pPr indent="-330200" lvl="1" marL="914400" algn="l">
              <a:lnSpc>
                <a:spcPct val="100000"/>
              </a:lnSpc>
              <a:spcBef>
                <a:spcPts val="0"/>
              </a:spcBef>
              <a:spcAft>
                <a:spcPts val="0"/>
              </a:spcAft>
              <a:buClr>
                <a:schemeClr val="dk1"/>
              </a:buClr>
              <a:buSzPts val="1600"/>
              <a:buChar char="•"/>
              <a:defRPr>
                <a:latin typeface="Verdana"/>
                <a:ea typeface="Verdana"/>
                <a:cs typeface="Verdana"/>
                <a:sym typeface="Verdana"/>
              </a:defRPr>
            </a:lvl2pPr>
            <a:lvl3pPr indent="-342900" lvl="2" marL="1371600" algn="l">
              <a:lnSpc>
                <a:spcPct val="100000"/>
              </a:lnSpc>
              <a:spcBef>
                <a:spcPts val="0"/>
              </a:spcBef>
              <a:spcAft>
                <a:spcPts val="0"/>
              </a:spcAft>
              <a:buClr>
                <a:schemeClr val="dk1"/>
              </a:buClr>
              <a:buSzPts val="1800"/>
              <a:buChar char="•"/>
              <a:defRPr sz="1800">
                <a:latin typeface="Verdana"/>
                <a:ea typeface="Verdana"/>
                <a:cs typeface="Verdana"/>
                <a:sym typeface="Verdana"/>
              </a:defRPr>
            </a:lvl3pPr>
            <a:lvl4pPr indent="-342900" lvl="3" marL="1828800" algn="l">
              <a:lnSpc>
                <a:spcPct val="100000"/>
              </a:lnSpc>
              <a:spcBef>
                <a:spcPts val="0"/>
              </a:spcBef>
              <a:spcAft>
                <a:spcPts val="0"/>
              </a:spcAft>
              <a:buClr>
                <a:schemeClr val="dk1"/>
              </a:buClr>
              <a:buSzPts val="1800"/>
              <a:buChar char="•"/>
              <a:defRPr sz="1800">
                <a:latin typeface="Verdana"/>
                <a:ea typeface="Verdana"/>
                <a:cs typeface="Verdana"/>
                <a:sym typeface="Verdana"/>
              </a:defRPr>
            </a:lvl4pPr>
            <a:lvl5pPr indent="-342900" lvl="4" marL="2286000" algn="l">
              <a:lnSpc>
                <a:spcPct val="100000"/>
              </a:lnSpc>
              <a:spcBef>
                <a:spcPts val="0"/>
              </a:spcBef>
              <a:spcAft>
                <a:spcPts val="0"/>
              </a:spcAft>
              <a:buClr>
                <a:schemeClr val="dk1"/>
              </a:buClr>
              <a:buSzPts val="1800"/>
              <a:buChar char="•"/>
              <a:defRPr sz="1800">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36" name="Google Shape;236;p25"/>
          <p:cNvSpPr txBox="1"/>
          <p:nvPr>
            <p:ph idx="9" type="body"/>
          </p:nvPr>
        </p:nvSpPr>
        <p:spPr>
          <a:xfrm>
            <a:off x="6783614" y="2424113"/>
            <a:ext cx="5408386" cy="587374"/>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2400"/>
              <a:buFont typeface="Verdana"/>
              <a:buNone/>
              <a:defRPr sz="2400">
                <a:latin typeface="Verdana"/>
                <a:ea typeface="Verdana"/>
                <a:cs typeface="Verdana"/>
                <a:sym typeface="Verdana"/>
              </a:defRPr>
            </a:lvl1pPr>
            <a:lvl2pPr indent="-330200" lvl="1" marL="914400" algn="l">
              <a:lnSpc>
                <a:spcPct val="100000"/>
              </a:lnSpc>
              <a:spcBef>
                <a:spcPts val="0"/>
              </a:spcBef>
              <a:spcAft>
                <a:spcPts val="0"/>
              </a:spcAft>
              <a:buClr>
                <a:schemeClr val="dk1"/>
              </a:buClr>
              <a:buSzPts val="1600"/>
              <a:buChar char="•"/>
              <a:defRPr>
                <a:latin typeface="Verdana"/>
                <a:ea typeface="Verdana"/>
                <a:cs typeface="Verdana"/>
                <a:sym typeface="Verdana"/>
              </a:defRPr>
            </a:lvl2pPr>
            <a:lvl3pPr indent="-342900" lvl="2" marL="1371600" algn="l">
              <a:lnSpc>
                <a:spcPct val="100000"/>
              </a:lnSpc>
              <a:spcBef>
                <a:spcPts val="0"/>
              </a:spcBef>
              <a:spcAft>
                <a:spcPts val="0"/>
              </a:spcAft>
              <a:buClr>
                <a:schemeClr val="dk1"/>
              </a:buClr>
              <a:buSzPts val="1800"/>
              <a:buChar char="•"/>
              <a:defRPr sz="1800">
                <a:latin typeface="Verdana"/>
                <a:ea typeface="Verdana"/>
                <a:cs typeface="Verdana"/>
                <a:sym typeface="Verdana"/>
              </a:defRPr>
            </a:lvl3pPr>
            <a:lvl4pPr indent="-342900" lvl="3" marL="1828800" algn="l">
              <a:lnSpc>
                <a:spcPct val="100000"/>
              </a:lnSpc>
              <a:spcBef>
                <a:spcPts val="0"/>
              </a:spcBef>
              <a:spcAft>
                <a:spcPts val="0"/>
              </a:spcAft>
              <a:buClr>
                <a:schemeClr val="dk1"/>
              </a:buClr>
              <a:buSzPts val="1800"/>
              <a:buChar char="•"/>
              <a:defRPr sz="1800">
                <a:latin typeface="Verdana"/>
                <a:ea typeface="Verdana"/>
                <a:cs typeface="Verdana"/>
                <a:sym typeface="Verdana"/>
              </a:defRPr>
            </a:lvl4pPr>
            <a:lvl5pPr indent="-342900" lvl="4" marL="2286000" algn="l">
              <a:lnSpc>
                <a:spcPct val="100000"/>
              </a:lnSpc>
              <a:spcBef>
                <a:spcPts val="0"/>
              </a:spcBef>
              <a:spcAft>
                <a:spcPts val="0"/>
              </a:spcAft>
              <a:buClr>
                <a:schemeClr val="dk1"/>
              </a:buClr>
              <a:buSzPts val="1800"/>
              <a:buChar char="•"/>
              <a:defRPr sz="1800">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37" name="Google Shape;237;p25"/>
          <p:cNvSpPr txBox="1"/>
          <p:nvPr>
            <p:ph idx="13" type="body"/>
          </p:nvPr>
        </p:nvSpPr>
        <p:spPr>
          <a:xfrm>
            <a:off x="6783614" y="3221038"/>
            <a:ext cx="5408386" cy="587374"/>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2400"/>
              <a:buFont typeface="Verdana"/>
              <a:buNone/>
              <a:defRPr sz="2400">
                <a:latin typeface="Verdana"/>
                <a:ea typeface="Verdana"/>
                <a:cs typeface="Verdana"/>
                <a:sym typeface="Verdana"/>
              </a:defRPr>
            </a:lvl1pPr>
            <a:lvl2pPr indent="-330200" lvl="1" marL="914400" algn="l">
              <a:lnSpc>
                <a:spcPct val="100000"/>
              </a:lnSpc>
              <a:spcBef>
                <a:spcPts val="0"/>
              </a:spcBef>
              <a:spcAft>
                <a:spcPts val="0"/>
              </a:spcAft>
              <a:buClr>
                <a:schemeClr val="dk1"/>
              </a:buClr>
              <a:buSzPts val="1600"/>
              <a:buChar char="•"/>
              <a:defRPr>
                <a:latin typeface="Verdana"/>
                <a:ea typeface="Verdana"/>
                <a:cs typeface="Verdana"/>
                <a:sym typeface="Verdana"/>
              </a:defRPr>
            </a:lvl2pPr>
            <a:lvl3pPr indent="-342900" lvl="2" marL="1371600" algn="l">
              <a:lnSpc>
                <a:spcPct val="100000"/>
              </a:lnSpc>
              <a:spcBef>
                <a:spcPts val="0"/>
              </a:spcBef>
              <a:spcAft>
                <a:spcPts val="0"/>
              </a:spcAft>
              <a:buClr>
                <a:schemeClr val="dk1"/>
              </a:buClr>
              <a:buSzPts val="1800"/>
              <a:buChar char="•"/>
              <a:defRPr sz="1800">
                <a:latin typeface="Verdana"/>
                <a:ea typeface="Verdana"/>
                <a:cs typeface="Verdana"/>
                <a:sym typeface="Verdana"/>
              </a:defRPr>
            </a:lvl3pPr>
            <a:lvl4pPr indent="-342900" lvl="3" marL="1828800" algn="l">
              <a:lnSpc>
                <a:spcPct val="100000"/>
              </a:lnSpc>
              <a:spcBef>
                <a:spcPts val="0"/>
              </a:spcBef>
              <a:spcAft>
                <a:spcPts val="0"/>
              </a:spcAft>
              <a:buClr>
                <a:schemeClr val="dk1"/>
              </a:buClr>
              <a:buSzPts val="1800"/>
              <a:buChar char="•"/>
              <a:defRPr sz="1800">
                <a:latin typeface="Verdana"/>
                <a:ea typeface="Verdana"/>
                <a:cs typeface="Verdana"/>
                <a:sym typeface="Verdana"/>
              </a:defRPr>
            </a:lvl4pPr>
            <a:lvl5pPr indent="-342900" lvl="4" marL="2286000" algn="l">
              <a:lnSpc>
                <a:spcPct val="100000"/>
              </a:lnSpc>
              <a:spcBef>
                <a:spcPts val="0"/>
              </a:spcBef>
              <a:spcAft>
                <a:spcPts val="0"/>
              </a:spcAft>
              <a:buClr>
                <a:schemeClr val="dk1"/>
              </a:buClr>
              <a:buSzPts val="1800"/>
              <a:buChar char="•"/>
              <a:defRPr sz="1800">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38" name="Google Shape;238;p25"/>
          <p:cNvSpPr txBox="1"/>
          <p:nvPr>
            <p:ph idx="14" type="body"/>
          </p:nvPr>
        </p:nvSpPr>
        <p:spPr>
          <a:xfrm>
            <a:off x="6783614" y="4017963"/>
            <a:ext cx="5408386" cy="587374"/>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2400"/>
              <a:buFont typeface="Verdana"/>
              <a:buNone/>
              <a:defRPr sz="2400">
                <a:latin typeface="Verdana"/>
                <a:ea typeface="Verdana"/>
                <a:cs typeface="Verdana"/>
                <a:sym typeface="Verdana"/>
              </a:defRPr>
            </a:lvl1pPr>
            <a:lvl2pPr indent="-330200" lvl="1" marL="914400" algn="l">
              <a:lnSpc>
                <a:spcPct val="100000"/>
              </a:lnSpc>
              <a:spcBef>
                <a:spcPts val="0"/>
              </a:spcBef>
              <a:spcAft>
                <a:spcPts val="0"/>
              </a:spcAft>
              <a:buClr>
                <a:schemeClr val="dk1"/>
              </a:buClr>
              <a:buSzPts val="1600"/>
              <a:buChar char="•"/>
              <a:defRPr>
                <a:latin typeface="Verdana"/>
                <a:ea typeface="Verdana"/>
                <a:cs typeface="Verdana"/>
                <a:sym typeface="Verdana"/>
              </a:defRPr>
            </a:lvl2pPr>
            <a:lvl3pPr indent="-342900" lvl="2" marL="1371600" algn="l">
              <a:lnSpc>
                <a:spcPct val="100000"/>
              </a:lnSpc>
              <a:spcBef>
                <a:spcPts val="0"/>
              </a:spcBef>
              <a:spcAft>
                <a:spcPts val="0"/>
              </a:spcAft>
              <a:buClr>
                <a:schemeClr val="dk1"/>
              </a:buClr>
              <a:buSzPts val="1800"/>
              <a:buChar char="•"/>
              <a:defRPr sz="1800">
                <a:latin typeface="Verdana"/>
                <a:ea typeface="Verdana"/>
                <a:cs typeface="Verdana"/>
                <a:sym typeface="Verdana"/>
              </a:defRPr>
            </a:lvl3pPr>
            <a:lvl4pPr indent="-342900" lvl="3" marL="1828800" algn="l">
              <a:lnSpc>
                <a:spcPct val="100000"/>
              </a:lnSpc>
              <a:spcBef>
                <a:spcPts val="0"/>
              </a:spcBef>
              <a:spcAft>
                <a:spcPts val="0"/>
              </a:spcAft>
              <a:buClr>
                <a:schemeClr val="dk1"/>
              </a:buClr>
              <a:buSzPts val="1800"/>
              <a:buChar char="•"/>
              <a:defRPr sz="1800">
                <a:latin typeface="Verdana"/>
                <a:ea typeface="Verdana"/>
                <a:cs typeface="Verdana"/>
                <a:sym typeface="Verdana"/>
              </a:defRPr>
            </a:lvl4pPr>
            <a:lvl5pPr indent="-342900" lvl="4" marL="2286000" algn="l">
              <a:lnSpc>
                <a:spcPct val="100000"/>
              </a:lnSpc>
              <a:spcBef>
                <a:spcPts val="0"/>
              </a:spcBef>
              <a:spcAft>
                <a:spcPts val="0"/>
              </a:spcAft>
              <a:buClr>
                <a:schemeClr val="dk1"/>
              </a:buClr>
              <a:buSzPts val="1800"/>
              <a:buChar char="•"/>
              <a:defRPr sz="1800">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39" name="Google Shape;239;p25"/>
          <p:cNvSpPr txBox="1"/>
          <p:nvPr>
            <p:ph idx="15" type="body"/>
          </p:nvPr>
        </p:nvSpPr>
        <p:spPr>
          <a:xfrm>
            <a:off x="6783614" y="4814888"/>
            <a:ext cx="5408386" cy="587374"/>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2400"/>
              <a:buFont typeface="Verdana"/>
              <a:buNone/>
              <a:defRPr sz="2400">
                <a:latin typeface="Verdana"/>
                <a:ea typeface="Verdana"/>
                <a:cs typeface="Verdana"/>
                <a:sym typeface="Verdana"/>
              </a:defRPr>
            </a:lvl1pPr>
            <a:lvl2pPr indent="-330200" lvl="1" marL="914400" algn="l">
              <a:lnSpc>
                <a:spcPct val="100000"/>
              </a:lnSpc>
              <a:spcBef>
                <a:spcPts val="0"/>
              </a:spcBef>
              <a:spcAft>
                <a:spcPts val="0"/>
              </a:spcAft>
              <a:buClr>
                <a:schemeClr val="dk1"/>
              </a:buClr>
              <a:buSzPts val="1600"/>
              <a:buChar char="•"/>
              <a:defRPr>
                <a:latin typeface="Verdana"/>
                <a:ea typeface="Verdana"/>
                <a:cs typeface="Verdana"/>
                <a:sym typeface="Verdana"/>
              </a:defRPr>
            </a:lvl2pPr>
            <a:lvl3pPr indent="-342900" lvl="2" marL="1371600" algn="l">
              <a:lnSpc>
                <a:spcPct val="100000"/>
              </a:lnSpc>
              <a:spcBef>
                <a:spcPts val="0"/>
              </a:spcBef>
              <a:spcAft>
                <a:spcPts val="0"/>
              </a:spcAft>
              <a:buClr>
                <a:schemeClr val="dk1"/>
              </a:buClr>
              <a:buSzPts val="1800"/>
              <a:buChar char="•"/>
              <a:defRPr sz="1800">
                <a:latin typeface="Verdana"/>
                <a:ea typeface="Verdana"/>
                <a:cs typeface="Verdana"/>
                <a:sym typeface="Verdana"/>
              </a:defRPr>
            </a:lvl3pPr>
            <a:lvl4pPr indent="-342900" lvl="3" marL="1828800" algn="l">
              <a:lnSpc>
                <a:spcPct val="100000"/>
              </a:lnSpc>
              <a:spcBef>
                <a:spcPts val="0"/>
              </a:spcBef>
              <a:spcAft>
                <a:spcPts val="0"/>
              </a:spcAft>
              <a:buClr>
                <a:schemeClr val="dk1"/>
              </a:buClr>
              <a:buSzPts val="1800"/>
              <a:buChar char="•"/>
              <a:defRPr sz="1800">
                <a:latin typeface="Verdana"/>
                <a:ea typeface="Verdana"/>
                <a:cs typeface="Verdana"/>
                <a:sym typeface="Verdana"/>
              </a:defRPr>
            </a:lvl4pPr>
            <a:lvl5pPr indent="-342900" lvl="4" marL="2286000" algn="l">
              <a:lnSpc>
                <a:spcPct val="100000"/>
              </a:lnSpc>
              <a:spcBef>
                <a:spcPts val="0"/>
              </a:spcBef>
              <a:spcAft>
                <a:spcPts val="0"/>
              </a:spcAft>
              <a:buClr>
                <a:schemeClr val="dk1"/>
              </a:buClr>
              <a:buSzPts val="1800"/>
              <a:buChar char="•"/>
              <a:defRPr sz="1800">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0" name="Google Shape;240;p25"/>
          <p:cNvSpPr txBox="1"/>
          <p:nvPr>
            <p:ph idx="16" type="body"/>
          </p:nvPr>
        </p:nvSpPr>
        <p:spPr>
          <a:xfrm>
            <a:off x="6783614" y="5611813"/>
            <a:ext cx="5408386" cy="587374"/>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2400"/>
              <a:buFont typeface="Verdana"/>
              <a:buNone/>
              <a:defRPr sz="2400">
                <a:latin typeface="Verdana"/>
                <a:ea typeface="Verdana"/>
                <a:cs typeface="Verdana"/>
                <a:sym typeface="Verdana"/>
              </a:defRPr>
            </a:lvl1pPr>
            <a:lvl2pPr indent="-330200" lvl="1" marL="914400" algn="l">
              <a:lnSpc>
                <a:spcPct val="100000"/>
              </a:lnSpc>
              <a:spcBef>
                <a:spcPts val="0"/>
              </a:spcBef>
              <a:spcAft>
                <a:spcPts val="0"/>
              </a:spcAft>
              <a:buClr>
                <a:schemeClr val="dk1"/>
              </a:buClr>
              <a:buSzPts val="1600"/>
              <a:buChar char="•"/>
              <a:defRPr>
                <a:latin typeface="Verdana"/>
                <a:ea typeface="Verdana"/>
                <a:cs typeface="Verdana"/>
                <a:sym typeface="Verdana"/>
              </a:defRPr>
            </a:lvl2pPr>
            <a:lvl3pPr indent="-342900" lvl="2" marL="1371600" algn="l">
              <a:lnSpc>
                <a:spcPct val="100000"/>
              </a:lnSpc>
              <a:spcBef>
                <a:spcPts val="0"/>
              </a:spcBef>
              <a:spcAft>
                <a:spcPts val="0"/>
              </a:spcAft>
              <a:buClr>
                <a:schemeClr val="dk1"/>
              </a:buClr>
              <a:buSzPts val="1800"/>
              <a:buChar char="•"/>
              <a:defRPr sz="1800">
                <a:latin typeface="Verdana"/>
                <a:ea typeface="Verdana"/>
                <a:cs typeface="Verdana"/>
                <a:sym typeface="Verdana"/>
              </a:defRPr>
            </a:lvl3pPr>
            <a:lvl4pPr indent="-342900" lvl="3" marL="1828800" algn="l">
              <a:lnSpc>
                <a:spcPct val="100000"/>
              </a:lnSpc>
              <a:spcBef>
                <a:spcPts val="0"/>
              </a:spcBef>
              <a:spcAft>
                <a:spcPts val="0"/>
              </a:spcAft>
              <a:buClr>
                <a:schemeClr val="dk1"/>
              </a:buClr>
              <a:buSzPts val="1800"/>
              <a:buChar char="•"/>
              <a:defRPr sz="1800">
                <a:latin typeface="Verdana"/>
                <a:ea typeface="Verdana"/>
                <a:cs typeface="Verdana"/>
                <a:sym typeface="Verdana"/>
              </a:defRPr>
            </a:lvl4pPr>
            <a:lvl5pPr indent="-342900" lvl="4" marL="2286000" algn="l">
              <a:lnSpc>
                <a:spcPct val="100000"/>
              </a:lnSpc>
              <a:spcBef>
                <a:spcPts val="0"/>
              </a:spcBef>
              <a:spcAft>
                <a:spcPts val="0"/>
              </a:spcAft>
              <a:buClr>
                <a:schemeClr val="dk1"/>
              </a:buClr>
              <a:buSzPts val="1800"/>
              <a:buChar char="•"/>
              <a:defRPr sz="1800">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1" name="Google Shape;241;p25"/>
          <p:cNvSpPr txBox="1"/>
          <p:nvPr>
            <p:ph idx="17" type="body"/>
          </p:nvPr>
        </p:nvSpPr>
        <p:spPr>
          <a:xfrm flipH="1" rot="10800000">
            <a:off x="6026150" y="1524000"/>
            <a:ext cx="6165850" cy="18000"/>
          </a:xfrm>
          <a:prstGeom prst="rect">
            <a:avLst/>
          </a:prstGeom>
          <a:solidFill>
            <a:schemeClr val="accent2"/>
          </a:solidFill>
          <a:ln>
            <a:noFill/>
          </a:ln>
        </p:spPr>
        <p:txBody>
          <a:bodyPr anchorCtr="0" anchor="t" bIns="0" lIns="0" spcFirstLastPara="1" rIns="0" wrap="square" tIns="0">
            <a:normAutofit/>
          </a:bodyPr>
          <a:lstStyle>
            <a:lvl1pPr indent="-234950" lvl="0" marL="457200" algn="l">
              <a:lnSpc>
                <a:spcPct val="100000"/>
              </a:lnSpc>
              <a:spcBef>
                <a:spcPts val="0"/>
              </a:spcBef>
              <a:spcAft>
                <a:spcPts val="0"/>
              </a:spcAft>
              <a:buClr>
                <a:schemeClr val="dk1"/>
              </a:buClr>
              <a:buSzPts val="100"/>
              <a:buChar char="•"/>
              <a:defRPr sz="100">
                <a:solidFill>
                  <a:schemeClr val="dk1"/>
                </a:solidFill>
              </a:defRPr>
            </a:lvl1pPr>
            <a:lvl2pPr indent="-330200" lvl="1" marL="914400" algn="l">
              <a:lnSpc>
                <a:spcPct val="100000"/>
              </a:lnSpc>
              <a:spcBef>
                <a:spcPts val="0"/>
              </a:spcBef>
              <a:spcAft>
                <a:spcPts val="0"/>
              </a:spcAft>
              <a:buClr>
                <a:schemeClr val="dk1"/>
              </a:buClr>
              <a:buSzPts val="1600"/>
              <a:buChar char="•"/>
              <a:defRPr>
                <a:solidFill>
                  <a:schemeClr val="dk1"/>
                </a:solidFill>
              </a:defRPr>
            </a:lvl2pPr>
            <a:lvl3pPr indent="-317500" lvl="2" marL="1371600" algn="l">
              <a:lnSpc>
                <a:spcPct val="100000"/>
              </a:lnSpc>
              <a:spcBef>
                <a:spcPts val="0"/>
              </a:spcBef>
              <a:spcAft>
                <a:spcPts val="0"/>
              </a:spcAft>
              <a:buClr>
                <a:schemeClr val="dk1"/>
              </a:buClr>
              <a:buSzPts val="1400"/>
              <a:buChar char="•"/>
              <a:defRPr>
                <a:solidFill>
                  <a:schemeClr val="dk1"/>
                </a:solidFill>
              </a:defRPr>
            </a:lvl3pPr>
            <a:lvl4pPr indent="-304800" lvl="3" marL="1828800" algn="l">
              <a:lnSpc>
                <a:spcPct val="100000"/>
              </a:lnSpc>
              <a:spcBef>
                <a:spcPts val="0"/>
              </a:spcBef>
              <a:spcAft>
                <a:spcPts val="0"/>
              </a:spcAft>
              <a:buClr>
                <a:schemeClr val="dk1"/>
              </a:buClr>
              <a:buSzPts val="1200"/>
              <a:buChar char="•"/>
              <a:defRPr>
                <a:solidFill>
                  <a:schemeClr val="dk1"/>
                </a:solidFill>
              </a:defRPr>
            </a:lvl4pPr>
            <a:lvl5pPr indent="-304800" lvl="4" marL="2286000" algn="l">
              <a:lnSpc>
                <a:spcPct val="100000"/>
              </a:lnSpc>
              <a:spcBef>
                <a:spcPts val="0"/>
              </a:spcBef>
              <a:spcAft>
                <a:spcPts val="0"/>
              </a:spcAft>
              <a:buClr>
                <a:schemeClr val="dk1"/>
              </a:buClr>
              <a:buSzPts val="1200"/>
              <a:buChar char="•"/>
              <a:defRPr>
                <a:solidFill>
                  <a:schemeClr val="dk1"/>
                </a:solidFill>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2" name="Google Shape;242;p25"/>
          <p:cNvSpPr txBox="1"/>
          <p:nvPr>
            <p:ph idx="18" type="body"/>
          </p:nvPr>
        </p:nvSpPr>
        <p:spPr>
          <a:xfrm flipH="1" rot="10800000">
            <a:off x="6026150" y="2317396"/>
            <a:ext cx="6165850" cy="18000"/>
          </a:xfrm>
          <a:prstGeom prst="rect">
            <a:avLst/>
          </a:prstGeom>
          <a:solidFill>
            <a:schemeClr val="accent2"/>
          </a:solidFill>
          <a:ln>
            <a:noFill/>
          </a:ln>
        </p:spPr>
        <p:txBody>
          <a:bodyPr anchorCtr="0" anchor="t" bIns="0" lIns="0" spcFirstLastPara="1" rIns="0" wrap="square" tIns="0">
            <a:normAutofit/>
          </a:bodyPr>
          <a:lstStyle>
            <a:lvl1pPr indent="-234950" lvl="0" marL="457200" algn="l">
              <a:lnSpc>
                <a:spcPct val="100000"/>
              </a:lnSpc>
              <a:spcBef>
                <a:spcPts val="0"/>
              </a:spcBef>
              <a:spcAft>
                <a:spcPts val="0"/>
              </a:spcAft>
              <a:buClr>
                <a:schemeClr val="dk1"/>
              </a:buClr>
              <a:buSzPts val="100"/>
              <a:buChar char="•"/>
              <a:defRPr sz="100">
                <a:solidFill>
                  <a:schemeClr val="dk1"/>
                </a:solidFill>
              </a:defRPr>
            </a:lvl1pPr>
            <a:lvl2pPr indent="-330200" lvl="1" marL="914400" algn="l">
              <a:lnSpc>
                <a:spcPct val="100000"/>
              </a:lnSpc>
              <a:spcBef>
                <a:spcPts val="0"/>
              </a:spcBef>
              <a:spcAft>
                <a:spcPts val="0"/>
              </a:spcAft>
              <a:buClr>
                <a:schemeClr val="dk1"/>
              </a:buClr>
              <a:buSzPts val="1600"/>
              <a:buChar char="•"/>
              <a:defRPr>
                <a:solidFill>
                  <a:schemeClr val="dk1"/>
                </a:solidFill>
              </a:defRPr>
            </a:lvl2pPr>
            <a:lvl3pPr indent="-317500" lvl="2" marL="1371600" algn="l">
              <a:lnSpc>
                <a:spcPct val="100000"/>
              </a:lnSpc>
              <a:spcBef>
                <a:spcPts val="0"/>
              </a:spcBef>
              <a:spcAft>
                <a:spcPts val="0"/>
              </a:spcAft>
              <a:buClr>
                <a:schemeClr val="dk1"/>
              </a:buClr>
              <a:buSzPts val="1400"/>
              <a:buChar char="•"/>
              <a:defRPr>
                <a:solidFill>
                  <a:schemeClr val="dk1"/>
                </a:solidFill>
              </a:defRPr>
            </a:lvl3pPr>
            <a:lvl4pPr indent="-304800" lvl="3" marL="1828800" algn="l">
              <a:lnSpc>
                <a:spcPct val="100000"/>
              </a:lnSpc>
              <a:spcBef>
                <a:spcPts val="0"/>
              </a:spcBef>
              <a:spcAft>
                <a:spcPts val="0"/>
              </a:spcAft>
              <a:buClr>
                <a:schemeClr val="dk1"/>
              </a:buClr>
              <a:buSzPts val="1200"/>
              <a:buChar char="•"/>
              <a:defRPr>
                <a:solidFill>
                  <a:schemeClr val="dk1"/>
                </a:solidFill>
              </a:defRPr>
            </a:lvl4pPr>
            <a:lvl5pPr indent="-304800" lvl="4" marL="2286000" algn="l">
              <a:lnSpc>
                <a:spcPct val="100000"/>
              </a:lnSpc>
              <a:spcBef>
                <a:spcPts val="0"/>
              </a:spcBef>
              <a:spcAft>
                <a:spcPts val="0"/>
              </a:spcAft>
              <a:buClr>
                <a:schemeClr val="dk1"/>
              </a:buClr>
              <a:buSzPts val="1200"/>
              <a:buChar char="•"/>
              <a:defRPr>
                <a:solidFill>
                  <a:schemeClr val="dk1"/>
                </a:solidFill>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3" name="Google Shape;243;p25"/>
          <p:cNvSpPr txBox="1"/>
          <p:nvPr>
            <p:ph idx="19" type="body"/>
          </p:nvPr>
        </p:nvSpPr>
        <p:spPr>
          <a:xfrm flipH="1" rot="10800000">
            <a:off x="6026150" y="3110792"/>
            <a:ext cx="6165850" cy="18000"/>
          </a:xfrm>
          <a:prstGeom prst="rect">
            <a:avLst/>
          </a:prstGeom>
          <a:solidFill>
            <a:schemeClr val="accent2"/>
          </a:solidFill>
          <a:ln>
            <a:noFill/>
          </a:ln>
        </p:spPr>
        <p:txBody>
          <a:bodyPr anchorCtr="0" anchor="t" bIns="0" lIns="0" spcFirstLastPara="1" rIns="0" wrap="square" tIns="0">
            <a:normAutofit/>
          </a:bodyPr>
          <a:lstStyle>
            <a:lvl1pPr indent="-234950" lvl="0" marL="457200" algn="l">
              <a:lnSpc>
                <a:spcPct val="100000"/>
              </a:lnSpc>
              <a:spcBef>
                <a:spcPts val="0"/>
              </a:spcBef>
              <a:spcAft>
                <a:spcPts val="0"/>
              </a:spcAft>
              <a:buClr>
                <a:schemeClr val="dk1"/>
              </a:buClr>
              <a:buSzPts val="100"/>
              <a:buChar char="•"/>
              <a:defRPr sz="100">
                <a:solidFill>
                  <a:schemeClr val="dk1"/>
                </a:solidFill>
              </a:defRPr>
            </a:lvl1pPr>
            <a:lvl2pPr indent="-330200" lvl="1" marL="914400" algn="l">
              <a:lnSpc>
                <a:spcPct val="100000"/>
              </a:lnSpc>
              <a:spcBef>
                <a:spcPts val="0"/>
              </a:spcBef>
              <a:spcAft>
                <a:spcPts val="0"/>
              </a:spcAft>
              <a:buClr>
                <a:schemeClr val="dk1"/>
              </a:buClr>
              <a:buSzPts val="1600"/>
              <a:buChar char="•"/>
              <a:defRPr>
                <a:solidFill>
                  <a:schemeClr val="dk1"/>
                </a:solidFill>
              </a:defRPr>
            </a:lvl2pPr>
            <a:lvl3pPr indent="-317500" lvl="2" marL="1371600" algn="l">
              <a:lnSpc>
                <a:spcPct val="100000"/>
              </a:lnSpc>
              <a:spcBef>
                <a:spcPts val="0"/>
              </a:spcBef>
              <a:spcAft>
                <a:spcPts val="0"/>
              </a:spcAft>
              <a:buClr>
                <a:schemeClr val="dk1"/>
              </a:buClr>
              <a:buSzPts val="1400"/>
              <a:buChar char="•"/>
              <a:defRPr>
                <a:solidFill>
                  <a:schemeClr val="dk1"/>
                </a:solidFill>
              </a:defRPr>
            </a:lvl3pPr>
            <a:lvl4pPr indent="-304800" lvl="3" marL="1828800" algn="l">
              <a:lnSpc>
                <a:spcPct val="100000"/>
              </a:lnSpc>
              <a:spcBef>
                <a:spcPts val="0"/>
              </a:spcBef>
              <a:spcAft>
                <a:spcPts val="0"/>
              </a:spcAft>
              <a:buClr>
                <a:schemeClr val="dk1"/>
              </a:buClr>
              <a:buSzPts val="1200"/>
              <a:buChar char="•"/>
              <a:defRPr>
                <a:solidFill>
                  <a:schemeClr val="dk1"/>
                </a:solidFill>
              </a:defRPr>
            </a:lvl4pPr>
            <a:lvl5pPr indent="-304800" lvl="4" marL="2286000" algn="l">
              <a:lnSpc>
                <a:spcPct val="100000"/>
              </a:lnSpc>
              <a:spcBef>
                <a:spcPts val="0"/>
              </a:spcBef>
              <a:spcAft>
                <a:spcPts val="0"/>
              </a:spcAft>
              <a:buClr>
                <a:schemeClr val="dk1"/>
              </a:buClr>
              <a:buSzPts val="1200"/>
              <a:buChar char="•"/>
              <a:defRPr>
                <a:solidFill>
                  <a:schemeClr val="dk1"/>
                </a:solidFill>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4" name="Google Shape;244;p25"/>
          <p:cNvSpPr txBox="1"/>
          <p:nvPr>
            <p:ph idx="20" type="body"/>
          </p:nvPr>
        </p:nvSpPr>
        <p:spPr>
          <a:xfrm flipH="1" rot="10800000">
            <a:off x="6026150" y="3904188"/>
            <a:ext cx="6165850" cy="18000"/>
          </a:xfrm>
          <a:prstGeom prst="rect">
            <a:avLst/>
          </a:prstGeom>
          <a:solidFill>
            <a:schemeClr val="accent2"/>
          </a:solidFill>
          <a:ln>
            <a:noFill/>
          </a:ln>
        </p:spPr>
        <p:txBody>
          <a:bodyPr anchorCtr="0" anchor="t" bIns="0" lIns="0" spcFirstLastPara="1" rIns="0" wrap="square" tIns="0">
            <a:normAutofit/>
          </a:bodyPr>
          <a:lstStyle>
            <a:lvl1pPr indent="-234950" lvl="0" marL="457200" algn="l">
              <a:lnSpc>
                <a:spcPct val="100000"/>
              </a:lnSpc>
              <a:spcBef>
                <a:spcPts val="0"/>
              </a:spcBef>
              <a:spcAft>
                <a:spcPts val="0"/>
              </a:spcAft>
              <a:buClr>
                <a:schemeClr val="dk1"/>
              </a:buClr>
              <a:buSzPts val="100"/>
              <a:buChar char="•"/>
              <a:defRPr sz="100">
                <a:solidFill>
                  <a:schemeClr val="dk1"/>
                </a:solidFill>
              </a:defRPr>
            </a:lvl1pPr>
            <a:lvl2pPr indent="-330200" lvl="1" marL="914400" algn="l">
              <a:lnSpc>
                <a:spcPct val="100000"/>
              </a:lnSpc>
              <a:spcBef>
                <a:spcPts val="0"/>
              </a:spcBef>
              <a:spcAft>
                <a:spcPts val="0"/>
              </a:spcAft>
              <a:buClr>
                <a:schemeClr val="dk1"/>
              </a:buClr>
              <a:buSzPts val="1600"/>
              <a:buChar char="•"/>
              <a:defRPr>
                <a:solidFill>
                  <a:schemeClr val="dk1"/>
                </a:solidFill>
              </a:defRPr>
            </a:lvl2pPr>
            <a:lvl3pPr indent="-317500" lvl="2" marL="1371600" algn="l">
              <a:lnSpc>
                <a:spcPct val="100000"/>
              </a:lnSpc>
              <a:spcBef>
                <a:spcPts val="0"/>
              </a:spcBef>
              <a:spcAft>
                <a:spcPts val="0"/>
              </a:spcAft>
              <a:buClr>
                <a:schemeClr val="dk1"/>
              </a:buClr>
              <a:buSzPts val="1400"/>
              <a:buChar char="•"/>
              <a:defRPr>
                <a:solidFill>
                  <a:schemeClr val="dk1"/>
                </a:solidFill>
              </a:defRPr>
            </a:lvl3pPr>
            <a:lvl4pPr indent="-304800" lvl="3" marL="1828800" algn="l">
              <a:lnSpc>
                <a:spcPct val="100000"/>
              </a:lnSpc>
              <a:spcBef>
                <a:spcPts val="0"/>
              </a:spcBef>
              <a:spcAft>
                <a:spcPts val="0"/>
              </a:spcAft>
              <a:buClr>
                <a:schemeClr val="dk1"/>
              </a:buClr>
              <a:buSzPts val="1200"/>
              <a:buChar char="•"/>
              <a:defRPr>
                <a:solidFill>
                  <a:schemeClr val="dk1"/>
                </a:solidFill>
              </a:defRPr>
            </a:lvl4pPr>
            <a:lvl5pPr indent="-304800" lvl="4" marL="2286000" algn="l">
              <a:lnSpc>
                <a:spcPct val="100000"/>
              </a:lnSpc>
              <a:spcBef>
                <a:spcPts val="0"/>
              </a:spcBef>
              <a:spcAft>
                <a:spcPts val="0"/>
              </a:spcAft>
              <a:buClr>
                <a:schemeClr val="dk1"/>
              </a:buClr>
              <a:buSzPts val="1200"/>
              <a:buChar char="•"/>
              <a:defRPr>
                <a:solidFill>
                  <a:schemeClr val="dk1"/>
                </a:solidFill>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5" name="Google Shape;245;p25"/>
          <p:cNvSpPr txBox="1"/>
          <p:nvPr>
            <p:ph idx="21" type="body"/>
          </p:nvPr>
        </p:nvSpPr>
        <p:spPr>
          <a:xfrm flipH="1" rot="10800000">
            <a:off x="6026150" y="4697584"/>
            <a:ext cx="6165850" cy="18000"/>
          </a:xfrm>
          <a:prstGeom prst="rect">
            <a:avLst/>
          </a:prstGeom>
          <a:solidFill>
            <a:schemeClr val="accent2"/>
          </a:solidFill>
          <a:ln>
            <a:noFill/>
          </a:ln>
        </p:spPr>
        <p:txBody>
          <a:bodyPr anchorCtr="0" anchor="t" bIns="0" lIns="0" spcFirstLastPara="1" rIns="0" wrap="square" tIns="0">
            <a:normAutofit/>
          </a:bodyPr>
          <a:lstStyle>
            <a:lvl1pPr indent="-234950" lvl="0" marL="457200" algn="l">
              <a:lnSpc>
                <a:spcPct val="100000"/>
              </a:lnSpc>
              <a:spcBef>
                <a:spcPts val="0"/>
              </a:spcBef>
              <a:spcAft>
                <a:spcPts val="0"/>
              </a:spcAft>
              <a:buClr>
                <a:schemeClr val="dk1"/>
              </a:buClr>
              <a:buSzPts val="100"/>
              <a:buChar char="•"/>
              <a:defRPr sz="100">
                <a:solidFill>
                  <a:schemeClr val="dk1"/>
                </a:solidFill>
              </a:defRPr>
            </a:lvl1pPr>
            <a:lvl2pPr indent="-330200" lvl="1" marL="914400" algn="l">
              <a:lnSpc>
                <a:spcPct val="100000"/>
              </a:lnSpc>
              <a:spcBef>
                <a:spcPts val="0"/>
              </a:spcBef>
              <a:spcAft>
                <a:spcPts val="0"/>
              </a:spcAft>
              <a:buClr>
                <a:schemeClr val="dk1"/>
              </a:buClr>
              <a:buSzPts val="1600"/>
              <a:buChar char="•"/>
              <a:defRPr>
                <a:solidFill>
                  <a:schemeClr val="dk1"/>
                </a:solidFill>
              </a:defRPr>
            </a:lvl2pPr>
            <a:lvl3pPr indent="-317500" lvl="2" marL="1371600" algn="l">
              <a:lnSpc>
                <a:spcPct val="100000"/>
              </a:lnSpc>
              <a:spcBef>
                <a:spcPts val="0"/>
              </a:spcBef>
              <a:spcAft>
                <a:spcPts val="0"/>
              </a:spcAft>
              <a:buClr>
                <a:schemeClr val="dk1"/>
              </a:buClr>
              <a:buSzPts val="1400"/>
              <a:buChar char="•"/>
              <a:defRPr>
                <a:solidFill>
                  <a:schemeClr val="dk1"/>
                </a:solidFill>
              </a:defRPr>
            </a:lvl3pPr>
            <a:lvl4pPr indent="-304800" lvl="3" marL="1828800" algn="l">
              <a:lnSpc>
                <a:spcPct val="100000"/>
              </a:lnSpc>
              <a:spcBef>
                <a:spcPts val="0"/>
              </a:spcBef>
              <a:spcAft>
                <a:spcPts val="0"/>
              </a:spcAft>
              <a:buClr>
                <a:schemeClr val="dk1"/>
              </a:buClr>
              <a:buSzPts val="1200"/>
              <a:buChar char="•"/>
              <a:defRPr>
                <a:solidFill>
                  <a:schemeClr val="dk1"/>
                </a:solidFill>
              </a:defRPr>
            </a:lvl4pPr>
            <a:lvl5pPr indent="-304800" lvl="4" marL="2286000" algn="l">
              <a:lnSpc>
                <a:spcPct val="100000"/>
              </a:lnSpc>
              <a:spcBef>
                <a:spcPts val="0"/>
              </a:spcBef>
              <a:spcAft>
                <a:spcPts val="0"/>
              </a:spcAft>
              <a:buClr>
                <a:schemeClr val="dk1"/>
              </a:buClr>
              <a:buSzPts val="1200"/>
              <a:buChar char="•"/>
              <a:defRPr>
                <a:solidFill>
                  <a:schemeClr val="dk1"/>
                </a:solidFill>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6" name="Google Shape;246;p25"/>
          <p:cNvSpPr txBox="1"/>
          <p:nvPr>
            <p:ph idx="22" type="body"/>
          </p:nvPr>
        </p:nvSpPr>
        <p:spPr>
          <a:xfrm flipH="1" rot="10800000">
            <a:off x="6026150" y="5490980"/>
            <a:ext cx="6165850" cy="18000"/>
          </a:xfrm>
          <a:prstGeom prst="rect">
            <a:avLst/>
          </a:prstGeom>
          <a:solidFill>
            <a:schemeClr val="accent2"/>
          </a:solidFill>
          <a:ln>
            <a:noFill/>
          </a:ln>
        </p:spPr>
        <p:txBody>
          <a:bodyPr anchorCtr="0" anchor="t" bIns="0" lIns="0" spcFirstLastPara="1" rIns="0" wrap="square" tIns="0">
            <a:normAutofit/>
          </a:bodyPr>
          <a:lstStyle>
            <a:lvl1pPr indent="-234950" lvl="0" marL="457200" algn="l">
              <a:lnSpc>
                <a:spcPct val="100000"/>
              </a:lnSpc>
              <a:spcBef>
                <a:spcPts val="0"/>
              </a:spcBef>
              <a:spcAft>
                <a:spcPts val="0"/>
              </a:spcAft>
              <a:buClr>
                <a:schemeClr val="dk1"/>
              </a:buClr>
              <a:buSzPts val="100"/>
              <a:buChar char="•"/>
              <a:defRPr sz="100">
                <a:solidFill>
                  <a:schemeClr val="dk1"/>
                </a:solidFill>
              </a:defRPr>
            </a:lvl1pPr>
            <a:lvl2pPr indent="-330200" lvl="1" marL="914400" algn="l">
              <a:lnSpc>
                <a:spcPct val="100000"/>
              </a:lnSpc>
              <a:spcBef>
                <a:spcPts val="0"/>
              </a:spcBef>
              <a:spcAft>
                <a:spcPts val="0"/>
              </a:spcAft>
              <a:buClr>
                <a:schemeClr val="dk1"/>
              </a:buClr>
              <a:buSzPts val="1600"/>
              <a:buChar char="•"/>
              <a:defRPr>
                <a:solidFill>
                  <a:schemeClr val="dk1"/>
                </a:solidFill>
              </a:defRPr>
            </a:lvl2pPr>
            <a:lvl3pPr indent="-317500" lvl="2" marL="1371600" algn="l">
              <a:lnSpc>
                <a:spcPct val="100000"/>
              </a:lnSpc>
              <a:spcBef>
                <a:spcPts val="0"/>
              </a:spcBef>
              <a:spcAft>
                <a:spcPts val="0"/>
              </a:spcAft>
              <a:buClr>
                <a:schemeClr val="dk1"/>
              </a:buClr>
              <a:buSzPts val="1400"/>
              <a:buChar char="•"/>
              <a:defRPr>
                <a:solidFill>
                  <a:schemeClr val="dk1"/>
                </a:solidFill>
              </a:defRPr>
            </a:lvl3pPr>
            <a:lvl4pPr indent="-304800" lvl="3" marL="1828800" algn="l">
              <a:lnSpc>
                <a:spcPct val="100000"/>
              </a:lnSpc>
              <a:spcBef>
                <a:spcPts val="0"/>
              </a:spcBef>
              <a:spcAft>
                <a:spcPts val="0"/>
              </a:spcAft>
              <a:buClr>
                <a:schemeClr val="dk1"/>
              </a:buClr>
              <a:buSzPts val="1200"/>
              <a:buChar char="•"/>
              <a:defRPr>
                <a:solidFill>
                  <a:schemeClr val="dk1"/>
                </a:solidFill>
              </a:defRPr>
            </a:lvl4pPr>
            <a:lvl5pPr indent="-304800" lvl="4" marL="2286000" algn="l">
              <a:lnSpc>
                <a:spcPct val="100000"/>
              </a:lnSpc>
              <a:spcBef>
                <a:spcPts val="0"/>
              </a:spcBef>
              <a:spcAft>
                <a:spcPts val="0"/>
              </a:spcAft>
              <a:buClr>
                <a:schemeClr val="dk1"/>
              </a:buClr>
              <a:buSzPts val="1200"/>
              <a:buChar char="•"/>
              <a:defRPr>
                <a:solidFill>
                  <a:schemeClr val="dk1"/>
                </a:solidFill>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7" name="Google Shape;247;p25"/>
          <p:cNvSpPr txBox="1"/>
          <p:nvPr>
            <p:ph idx="23" type="body"/>
          </p:nvPr>
        </p:nvSpPr>
        <p:spPr>
          <a:xfrm flipH="1" rot="10800000">
            <a:off x="6026150" y="6284375"/>
            <a:ext cx="6165850" cy="18000"/>
          </a:xfrm>
          <a:prstGeom prst="rect">
            <a:avLst/>
          </a:prstGeom>
          <a:solidFill>
            <a:schemeClr val="accent2"/>
          </a:solidFill>
          <a:ln>
            <a:noFill/>
          </a:ln>
        </p:spPr>
        <p:txBody>
          <a:bodyPr anchorCtr="0" anchor="t" bIns="0" lIns="0" spcFirstLastPara="1" rIns="0" wrap="square" tIns="0">
            <a:normAutofit/>
          </a:bodyPr>
          <a:lstStyle>
            <a:lvl1pPr indent="-234950" lvl="0" marL="457200" algn="l">
              <a:lnSpc>
                <a:spcPct val="100000"/>
              </a:lnSpc>
              <a:spcBef>
                <a:spcPts val="0"/>
              </a:spcBef>
              <a:spcAft>
                <a:spcPts val="0"/>
              </a:spcAft>
              <a:buClr>
                <a:schemeClr val="dk1"/>
              </a:buClr>
              <a:buSzPts val="100"/>
              <a:buChar char="•"/>
              <a:defRPr sz="100">
                <a:solidFill>
                  <a:schemeClr val="dk1"/>
                </a:solidFill>
              </a:defRPr>
            </a:lvl1pPr>
            <a:lvl2pPr indent="-330200" lvl="1" marL="914400" algn="l">
              <a:lnSpc>
                <a:spcPct val="100000"/>
              </a:lnSpc>
              <a:spcBef>
                <a:spcPts val="0"/>
              </a:spcBef>
              <a:spcAft>
                <a:spcPts val="0"/>
              </a:spcAft>
              <a:buClr>
                <a:schemeClr val="dk1"/>
              </a:buClr>
              <a:buSzPts val="1600"/>
              <a:buChar char="•"/>
              <a:defRPr>
                <a:solidFill>
                  <a:schemeClr val="dk1"/>
                </a:solidFill>
              </a:defRPr>
            </a:lvl2pPr>
            <a:lvl3pPr indent="-317500" lvl="2" marL="1371600" algn="l">
              <a:lnSpc>
                <a:spcPct val="100000"/>
              </a:lnSpc>
              <a:spcBef>
                <a:spcPts val="0"/>
              </a:spcBef>
              <a:spcAft>
                <a:spcPts val="0"/>
              </a:spcAft>
              <a:buClr>
                <a:schemeClr val="dk1"/>
              </a:buClr>
              <a:buSzPts val="1400"/>
              <a:buChar char="•"/>
              <a:defRPr>
                <a:solidFill>
                  <a:schemeClr val="dk1"/>
                </a:solidFill>
              </a:defRPr>
            </a:lvl3pPr>
            <a:lvl4pPr indent="-304800" lvl="3" marL="1828800" algn="l">
              <a:lnSpc>
                <a:spcPct val="100000"/>
              </a:lnSpc>
              <a:spcBef>
                <a:spcPts val="0"/>
              </a:spcBef>
              <a:spcAft>
                <a:spcPts val="0"/>
              </a:spcAft>
              <a:buClr>
                <a:schemeClr val="dk1"/>
              </a:buClr>
              <a:buSzPts val="1200"/>
              <a:buChar char="•"/>
              <a:defRPr>
                <a:solidFill>
                  <a:schemeClr val="dk1"/>
                </a:solidFill>
              </a:defRPr>
            </a:lvl4pPr>
            <a:lvl5pPr indent="-304800" lvl="4" marL="2286000" algn="l">
              <a:lnSpc>
                <a:spcPct val="100000"/>
              </a:lnSpc>
              <a:spcBef>
                <a:spcPts val="0"/>
              </a:spcBef>
              <a:spcAft>
                <a:spcPts val="0"/>
              </a:spcAft>
              <a:buClr>
                <a:schemeClr val="dk1"/>
              </a:buClr>
              <a:buSzPts val="1200"/>
              <a:buChar char="•"/>
              <a:defRPr>
                <a:solidFill>
                  <a:schemeClr val="dk1"/>
                </a:solidFill>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grpSp>
        <p:nvGrpSpPr>
          <p:cNvPr id="248" name="Google Shape;248;p25"/>
          <p:cNvGrpSpPr/>
          <p:nvPr/>
        </p:nvGrpSpPr>
        <p:grpSpPr>
          <a:xfrm>
            <a:off x="11430001" y="476250"/>
            <a:ext cx="213430" cy="571500"/>
            <a:chOff x="4249" y="1683"/>
            <a:chExt cx="695" cy="1861"/>
          </a:xfrm>
        </p:grpSpPr>
        <p:sp>
          <p:nvSpPr>
            <p:cNvPr id="249" name="Google Shape;249;p25"/>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250" name="Google Shape;250;p25"/>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par>
                                <p:cTn fill="hold" nodeType="withEffect" presetClass="entr" presetID="10" presetSubtype="0">
                                  <p:stCondLst>
                                    <p:cond delay="20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par>
                          <p:cTn fill="hold">
                            <p:stCondLst>
                              <p:cond delay="500"/>
                            </p:stCondLst>
                            <p:childTnLst>
                              <p:par>
                                <p:cTn fill="hold" nodeType="afterEffect" presetClass="entr" presetID="10" presetSubtype="0">
                                  <p:stCondLst>
                                    <p:cond delay="20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par>
                                <p:cTn fill="hold" nodeType="withEffect" presetClass="entr" presetID="2" presetSubtype="2">
                                  <p:stCondLst>
                                    <p:cond delay="50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500"/>
                                        <p:tgtEl>
                                          <p:spTgt spid="24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700"/>
                                  </p:stCondLst>
                                  <p:childTnLst>
                                    <p:set>
                                      <p:cBhvr>
                                        <p:cTn dur="1" fill="hold">
                                          <p:stCondLst>
                                            <p:cond delay="0"/>
                                          </p:stCondLst>
                                        </p:cTn>
                                        <p:tgtEl>
                                          <p:spTgt spid="242"/>
                                        </p:tgtEl>
                                        <p:attrNameLst>
                                          <p:attrName>style.visibility</p:attrName>
                                        </p:attrNameLst>
                                      </p:cBhvr>
                                      <p:to>
                                        <p:strVal val="visible"/>
                                      </p:to>
                                    </p:set>
                                    <p:anim calcmode="lin" valueType="num">
                                      <p:cBhvr additive="base">
                                        <p:cTn dur="500"/>
                                        <p:tgtEl>
                                          <p:spTgt spid="24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900"/>
                                  </p:stCondLst>
                                  <p:childTnLst>
                                    <p:set>
                                      <p:cBhvr>
                                        <p:cTn dur="1" fill="hold">
                                          <p:stCondLst>
                                            <p:cond delay="0"/>
                                          </p:stCondLst>
                                        </p:cTn>
                                        <p:tgtEl>
                                          <p:spTgt spid="243"/>
                                        </p:tgtEl>
                                        <p:attrNameLst>
                                          <p:attrName>style.visibility</p:attrName>
                                        </p:attrNameLst>
                                      </p:cBhvr>
                                      <p:to>
                                        <p:strVal val="visible"/>
                                      </p:to>
                                    </p:set>
                                    <p:anim calcmode="lin" valueType="num">
                                      <p:cBhvr additive="base">
                                        <p:cTn dur="500"/>
                                        <p:tgtEl>
                                          <p:spTgt spid="24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10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500"/>
                                        <p:tgtEl>
                                          <p:spTgt spid="24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30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50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500"/>
                                        <p:tgtEl>
                                          <p:spTgt spid="24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70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500"/>
                                        <p:tgtEl>
                                          <p:spTgt spid="247"/>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500"/>
                                  </p:stCondLst>
                                  <p:childTnLst>
                                    <p:set>
                                      <p:cBhvr>
                                        <p:cTn dur="1" fill="hold">
                                          <p:stCondLst>
                                            <p:cond delay="0"/>
                                          </p:stCondLst>
                                        </p:cTn>
                                        <p:tgtEl>
                                          <p:spTgt spid="235"/>
                                        </p:tgtEl>
                                        <p:attrNameLst>
                                          <p:attrName>style.visibility</p:attrName>
                                        </p:attrNameLst>
                                      </p:cBhvr>
                                      <p:to>
                                        <p:strVal val="visible"/>
                                      </p:to>
                                    </p:set>
                                    <p:animEffect filter="fade" transition="in">
                                      <p:cBhvr>
                                        <p:cTn dur="250"/>
                                        <p:tgtEl>
                                          <p:spTgt spid="235"/>
                                        </p:tgtEl>
                                      </p:cBhvr>
                                    </p:animEffect>
                                  </p:childTnLst>
                                </p:cTn>
                              </p:par>
                            </p:childTnLst>
                          </p:cTn>
                        </p:par>
                        <p:par>
                          <p:cTn fill="hold">
                            <p:stCondLst>
                              <p:cond delay="1500"/>
                            </p:stCondLst>
                            <p:childTnLst>
                              <p:par>
                                <p:cTn fill="hold" nodeType="afterEffect" presetClass="entr" presetID="10" presetSubtype="0">
                                  <p:stCondLst>
                                    <p:cond delay="500"/>
                                  </p:stCondLst>
                                  <p:childTnLst>
                                    <p:set>
                                      <p:cBhvr>
                                        <p:cTn dur="1" fill="hold">
                                          <p:stCondLst>
                                            <p:cond delay="0"/>
                                          </p:stCondLst>
                                        </p:cTn>
                                        <p:tgtEl>
                                          <p:spTgt spid="229"/>
                                        </p:tgtEl>
                                        <p:attrNameLst>
                                          <p:attrName>style.visibility</p:attrName>
                                        </p:attrNameLst>
                                      </p:cBhvr>
                                      <p:to>
                                        <p:strVal val="visible"/>
                                      </p:to>
                                    </p:set>
                                    <p:animEffect filter="fade" transition="in">
                                      <p:cBhvr>
                                        <p:cTn dur="250"/>
                                        <p:tgtEl>
                                          <p:spTgt spid="229"/>
                                        </p:tgtEl>
                                      </p:cBhvr>
                                    </p:animEffect>
                                  </p:childTnLst>
                                </p:cTn>
                              </p:par>
                            </p:childTnLst>
                          </p:cTn>
                        </p:par>
                        <p:par>
                          <p:cTn fill="hold">
                            <p:stCondLst>
                              <p:cond delay="1750"/>
                            </p:stCondLst>
                            <p:childTnLst>
                              <p:par>
                                <p:cTn fill="hold" nodeType="afterEffect" presetClass="entr" presetID="10" presetSubtype="0">
                                  <p:stCondLst>
                                    <p:cond delay="700"/>
                                  </p:stCondLst>
                                  <p:childTnLst>
                                    <p:set>
                                      <p:cBhvr>
                                        <p:cTn dur="1" fill="hold">
                                          <p:stCondLst>
                                            <p:cond delay="0"/>
                                          </p:stCondLst>
                                        </p:cTn>
                                        <p:tgtEl>
                                          <p:spTgt spid="230"/>
                                        </p:tgtEl>
                                        <p:attrNameLst>
                                          <p:attrName>style.visibility</p:attrName>
                                        </p:attrNameLst>
                                      </p:cBhvr>
                                      <p:to>
                                        <p:strVal val="visible"/>
                                      </p:to>
                                    </p:set>
                                    <p:animEffect filter="fade" transition="in">
                                      <p:cBhvr>
                                        <p:cTn dur="250"/>
                                        <p:tgtEl>
                                          <p:spTgt spid="230"/>
                                        </p:tgtEl>
                                      </p:cBhvr>
                                    </p:animEffect>
                                  </p:childTnLst>
                                </p:cTn>
                              </p:par>
                            </p:childTnLst>
                          </p:cTn>
                        </p:par>
                        <p:par>
                          <p:cTn fill="hold">
                            <p:stCondLst>
                              <p:cond delay="2000"/>
                            </p:stCondLst>
                            <p:childTnLst>
                              <p:par>
                                <p:cTn fill="hold" nodeType="afterEffect" presetClass="entr" presetID="10" presetSubtype="0">
                                  <p:stCondLst>
                                    <p:cond delay="700"/>
                                  </p:stCondLst>
                                  <p:childTnLst>
                                    <p:set>
                                      <p:cBhvr>
                                        <p:cTn dur="1" fill="hold">
                                          <p:stCondLst>
                                            <p:cond delay="0"/>
                                          </p:stCondLst>
                                        </p:cTn>
                                        <p:tgtEl>
                                          <p:spTgt spid="236"/>
                                        </p:tgtEl>
                                        <p:attrNameLst>
                                          <p:attrName>style.visibility</p:attrName>
                                        </p:attrNameLst>
                                      </p:cBhvr>
                                      <p:to>
                                        <p:strVal val="visible"/>
                                      </p:to>
                                    </p:set>
                                    <p:animEffect filter="fade" transition="in">
                                      <p:cBhvr>
                                        <p:cTn dur="250"/>
                                        <p:tgtEl>
                                          <p:spTgt spid="236"/>
                                        </p:tgtEl>
                                      </p:cBhvr>
                                    </p:animEffect>
                                  </p:childTnLst>
                                </p:cTn>
                              </p:par>
                            </p:childTnLst>
                          </p:cTn>
                        </p:par>
                        <p:par>
                          <p:cTn fill="hold">
                            <p:stCondLst>
                              <p:cond delay="2250"/>
                            </p:stCondLst>
                            <p:childTnLst>
                              <p:par>
                                <p:cTn fill="hold" nodeType="afterEffect" presetClass="entr" presetID="10" presetSubtype="0">
                                  <p:stCondLst>
                                    <p:cond delay="900"/>
                                  </p:stCondLst>
                                  <p:childTnLst>
                                    <p:set>
                                      <p:cBhvr>
                                        <p:cTn dur="1" fill="hold">
                                          <p:stCondLst>
                                            <p:cond delay="0"/>
                                          </p:stCondLst>
                                        </p:cTn>
                                        <p:tgtEl>
                                          <p:spTgt spid="231"/>
                                        </p:tgtEl>
                                        <p:attrNameLst>
                                          <p:attrName>style.visibility</p:attrName>
                                        </p:attrNameLst>
                                      </p:cBhvr>
                                      <p:to>
                                        <p:strVal val="visible"/>
                                      </p:to>
                                    </p:set>
                                    <p:animEffect filter="fade" transition="in">
                                      <p:cBhvr>
                                        <p:cTn dur="250"/>
                                        <p:tgtEl>
                                          <p:spTgt spid="231"/>
                                        </p:tgtEl>
                                      </p:cBhvr>
                                    </p:animEffect>
                                  </p:childTnLst>
                                </p:cTn>
                              </p:par>
                            </p:childTnLst>
                          </p:cTn>
                        </p:par>
                        <p:par>
                          <p:cTn fill="hold">
                            <p:stCondLst>
                              <p:cond delay="2500"/>
                            </p:stCondLst>
                            <p:childTnLst>
                              <p:par>
                                <p:cTn fill="hold" nodeType="afterEffect" presetClass="entr" presetID="10" presetSubtype="0">
                                  <p:stCondLst>
                                    <p:cond delay="900"/>
                                  </p:stCondLst>
                                  <p:childTnLst>
                                    <p:set>
                                      <p:cBhvr>
                                        <p:cTn dur="1" fill="hold">
                                          <p:stCondLst>
                                            <p:cond delay="0"/>
                                          </p:stCondLst>
                                        </p:cTn>
                                        <p:tgtEl>
                                          <p:spTgt spid="237"/>
                                        </p:tgtEl>
                                        <p:attrNameLst>
                                          <p:attrName>style.visibility</p:attrName>
                                        </p:attrNameLst>
                                      </p:cBhvr>
                                      <p:to>
                                        <p:strVal val="visible"/>
                                      </p:to>
                                    </p:set>
                                    <p:animEffect filter="fade" transition="in">
                                      <p:cBhvr>
                                        <p:cTn dur="250"/>
                                        <p:tgtEl>
                                          <p:spTgt spid="237"/>
                                        </p:tgtEl>
                                      </p:cBhvr>
                                    </p:animEffect>
                                  </p:childTnLst>
                                </p:cTn>
                              </p:par>
                            </p:childTnLst>
                          </p:cTn>
                        </p:par>
                        <p:par>
                          <p:cTn fill="hold">
                            <p:stCondLst>
                              <p:cond delay="2750"/>
                            </p:stCondLst>
                            <p:childTnLst>
                              <p:par>
                                <p:cTn fill="hold" nodeType="afterEffect" presetClass="entr" presetID="10" presetSubtype="0">
                                  <p:stCondLst>
                                    <p:cond delay="1100"/>
                                  </p:stCondLst>
                                  <p:childTnLst>
                                    <p:set>
                                      <p:cBhvr>
                                        <p:cTn dur="1" fill="hold">
                                          <p:stCondLst>
                                            <p:cond delay="0"/>
                                          </p:stCondLst>
                                        </p:cTn>
                                        <p:tgtEl>
                                          <p:spTgt spid="232"/>
                                        </p:tgtEl>
                                        <p:attrNameLst>
                                          <p:attrName>style.visibility</p:attrName>
                                        </p:attrNameLst>
                                      </p:cBhvr>
                                      <p:to>
                                        <p:strVal val="visible"/>
                                      </p:to>
                                    </p:set>
                                    <p:animEffect filter="fade" transition="in">
                                      <p:cBhvr>
                                        <p:cTn dur="250"/>
                                        <p:tgtEl>
                                          <p:spTgt spid="232"/>
                                        </p:tgtEl>
                                      </p:cBhvr>
                                    </p:animEffect>
                                  </p:childTnLst>
                                </p:cTn>
                              </p:par>
                            </p:childTnLst>
                          </p:cTn>
                        </p:par>
                        <p:par>
                          <p:cTn fill="hold">
                            <p:stCondLst>
                              <p:cond delay="3000"/>
                            </p:stCondLst>
                            <p:childTnLst>
                              <p:par>
                                <p:cTn fill="hold" nodeType="afterEffect" presetClass="entr" presetID="10" presetSubtype="0">
                                  <p:stCondLst>
                                    <p:cond delay="1100"/>
                                  </p:stCondLst>
                                  <p:childTnLst>
                                    <p:set>
                                      <p:cBhvr>
                                        <p:cTn dur="1" fill="hold">
                                          <p:stCondLst>
                                            <p:cond delay="0"/>
                                          </p:stCondLst>
                                        </p:cTn>
                                        <p:tgtEl>
                                          <p:spTgt spid="238"/>
                                        </p:tgtEl>
                                        <p:attrNameLst>
                                          <p:attrName>style.visibility</p:attrName>
                                        </p:attrNameLst>
                                      </p:cBhvr>
                                      <p:to>
                                        <p:strVal val="visible"/>
                                      </p:to>
                                    </p:set>
                                    <p:animEffect filter="fade" transition="in">
                                      <p:cBhvr>
                                        <p:cTn dur="250"/>
                                        <p:tgtEl>
                                          <p:spTgt spid="238"/>
                                        </p:tgtEl>
                                      </p:cBhvr>
                                    </p:animEffect>
                                  </p:childTnLst>
                                </p:cTn>
                              </p:par>
                            </p:childTnLst>
                          </p:cTn>
                        </p:par>
                        <p:par>
                          <p:cTn fill="hold">
                            <p:stCondLst>
                              <p:cond delay="3250"/>
                            </p:stCondLst>
                            <p:childTnLst>
                              <p:par>
                                <p:cTn fill="hold" nodeType="afterEffect" presetClass="entr" presetID="10" presetSubtype="0">
                                  <p:stCondLst>
                                    <p:cond delay="1300"/>
                                  </p:stCondLst>
                                  <p:childTnLst>
                                    <p:set>
                                      <p:cBhvr>
                                        <p:cTn dur="1" fill="hold">
                                          <p:stCondLst>
                                            <p:cond delay="0"/>
                                          </p:stCondLst>
                                        </p:cTn>
                                        <p:tgtEl>
                                          <p:spTgt spid="233"/>
                                        </p:tgtEl>
                                        <p:attrNameLst>
                                          <p:attrName>style.visibility</p:attrName>
                                        </p:attrNameLst>
                                      </p:cBhvr>
                                      <p:to>
                                        <p:strVal val="visible"/>
                                      </p:to>
                                    </p:set>
                                    <p:animEffect filter="fade" transition="in">
                                      <p:cBhvr>
                                        <p:cTn dur="250"/>
                                        <p:tgtEl>
                                          <p:spTgt spid="233"/>
                                        </p:tgtEl>
                                      </p:cBhvr>
                                    </p:animEffect>
                                  </p:childTnLst>
                                </p:cTn>
                              </p:par>
                            </p:childTnLst>
                          </p:cTn>
                        </p:par>
                        <p:par>
                          <p:cTn fill="hold">
                            <p:stCondLst>
                              <p:cond delay="3500"/>
                            </p:stCondLst>
                            <p:childTnLst>
                              <p:par>
                                <p:cTn fill="hold" nodeType="afterEffect" presetClass="entr" presetID="10" presetSubtype="0">
                                  <p:stCondLst>
                                    <p:cond delay="1300"/>
                                  </p:stCondLst>
                                  <p:childTnLst>
                                    <p:set>
                                      <p:cBhvr>
                                        <p:cTn dur="1" fill="hold">
                                          <p:stCondLst>
                                            <p:cond delay="0"/>
                                          </p:stCondLst>
                                        </p:cTn>
                                        <p:tgtEl>
                                          <p:spTgt spid="239"/>
                                        </p:tgtEl>
                                        <p:attrNameLst>
                                          <p:attrName>style.visibility</p:attrName>
                                        </p:attrNameLst>
                                      </p:cBhvr>
                                      <p:to>
                                        <p:strVal val="visible"/>
                                      </p:to>
                                    </p:set>
                                    <p:animEffect filter="fade" transition="in">
                                      <p:cBhvr>
                                        <p:cTn dur="250"/>
                                        <p:tgtEl>
                                          <p:spTgt spid="239"/>
                                        </p:tgtEl>
                                      </p:cBhvr>
                                    </p:animEffect>
                                  </p:childTnLst>
                                </p:cTn>
                              </p:par>
                            </p:childTnLst>
                          </p:cTn>
                        </p:par>
                        <p:par>
                          <p:cTn fill="hold">
                            <p:stCondLst>
                              <p:cond delay="3750"/>
                            </p:stCondLst>
                            <p:childTnLst>
                              <p:par>
                                <p:cTn fill="hold" nodeType="afterEffect" presetClass="entr" presetID="10" presetSubtype="0">
                                  <p:stCondLst>
                                    <p:cond delay="1500"/>
                                  </p:stCondLst>
                                  <p:childTnLst>
                                    <p:set>
                                      <p:cBhvr>
                                        <p:cTn dur="1" fill="hold">
                                          <p:stCondLst>
                                            <p:cond delay="0"/>
                                          </p:stCondLst>
                                        </p:cTn>
                                        <p:tgtEl>
                                          <p:spTgt spid="234"/>
                                        </p:tgtEl>
                                        <p:attrNameLst>
                                          <p:attrName>style.visibility</p:attrName>
                                        </p:attrNameLst>
                                      </p:cBhvr>
                                      <p:to>
                                        <p:strVal val="visible"/>
                                      </p:to>
                                    </p:set>
                                    <p:animEffect filter="fade" transition="in">
                                      <p:cBhvr>
                                        <p:cTn dur="250"/>
                                        <p:tgtEl>
                                          <p:spTgt spid="234"/>
                                        </p:tgtEl>
                                      </p:cBhvr>
                                    </p:animEffect>
                                  </p:childTnLst>
                                </p:cTn>
                              </p:par>
                            </p:childTnLst>
                          </p:cTn>
                        </p:par>
                        <p:par>
                          <p:cTn fill="hold">
                            <p:stCondLst>
                              <p:cond delay="4000"/>
                            </p:stCondLst>
                            <p:childTnLst>
                              <p:par>
                                <p:cTn fill="hold" nodeType="afterEffect" presetClass="entr" presetID="10" presetSubtype="0">
                                  <p:stCondLst>
                                    <p:cond delay="1500"/>
                                  </p:stCondLst>
                                  <p:childTnLst>
                                    <p:set>
                                      <p:cBhvr>
                                        <p:cTn dur="1" fill="hold">
                                          <p:stCondLst>
                                            <p:cond delay="0"/>
                                          </p:stCondLst>
                                        </p:cTn>
                                        <p:tgtEl>
                                          <p:spTgt spid="240"/>
                                        </p:tgtEl>
                                        <p:attrNameLst>
                                          <p:attrName>style.visibility</p:attrName>
                                        </p:attrNameLst>
                                      </p:cBhvr>
                                      <p:to>
                                        <p:strVal val="visible"/>
                                      </p:to>
                                    </p:set>
                                    <p:animEffect filter="fade" transition="in">
                                      <p:cBhvr>
                                        <p:cTn dur="250"/>
                                        <p:tgtEl>
                                          <p:spTgt spid="240"/>
                                        </p:tgtEl>
                                      </p:cBhvr>
                                    </p:animEffect>
                                  </p:childTnLst>
                                </p:cTn>
                              </p:par>
                            </p:childTnLst>
                          </p:cTn>
                        </p:par>
                        <p:par>
                          <p:cTn fill="hold">
                            <p:stCondLst>
                              <p:cond delay="4250"/>
                            </p:stCondLst>
                            <p:childTnLst>
                              <p:par>
                                <p:cTn fill="hold" nodeType="after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 Header">
  <p:cSld name="Title and Sub Header">
    <p:spTree>
      <p:nvGrpSpPr>
        <p:cNvPr id="251" name="Shape 251"/>
        <p:cNvGrpSpPr/>
        <p:nvPr/>
      </p:nvGrpSpPr>
      <p:grpSpPr>
        <a:xfrm>
          <a:off x="0" y="0"/>
          <a:ext cx="0" cy="0"/>
          <a:chOff x="0" y="0"/>
          <a:chExt cx="0" cy="0"/>
        </a:xfrm>
      </p:grpSpPr>
      <p:sp>
        <p:nvSpPr>
          <p:cNvPr id="252" name="Google Shape;252;p26"/>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lvl1pPr lvl="0" algn="l">
              <a:lnSpc>
                <a:spcPct val="100000"/>
              </a:lnSpc>
              <a:spcBef>
                <a:spcPts val="0"/>
              </a:spcBef>
              <a:spcAft>
                <a:spcPts val="0"/>
              </a:spcAft>
              <a:buClr>
                <a:schemeClr val="dk1"/>
              </a:buClr>
              <a:buSzPts val="28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26"/>
          <p:cNvSpPr txBox="1"/>
          <p:nvPr>
            <p:ph idx="1" type="body"/>
          </p:nvPr>
        </p:nvSpPr>
        <p:spPr>
          <a:xfrm>
            <a:off x="546100" y="1143000"/>
            <a:ext cx="11099800" cy="381000"/>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1800"/>
              <a:buFont typeface="Verdana"/>
              <a:buNone/>
              <a:defRPr sz="1800">
                <a:latin typeface="Verdana"/>
                <a:ea typeface="Verdana"/>
                <a:cs typeface="Verdana"/>
                <a:sym typeface="Verdana"/>
              </a:defRPr>
            </a:lvl1pPr>
            <a:lvl2pPr indent="-228600" lvl="1" marL="914400" algn="l">
              <a:lnSpc>
                <a:spcPct val="100000"/>
              </a:lnSpc>
              <a:spcBef>
                <a:spcPts val="0"/>
              </a:spcBef>
              <a:spcAft>
                <a:spcPts val="0"/>
              </a:spcAft>
              <a:buClr>
                <a:schemeClr val="dk1"/>
              </a:buClr>
              <a:buSzPts val="1600"/>
              <a:buFont typeface="Verdana"/>
              <a:buNone/>
              <a:defRPr/>
            </a:lvl2pPr>
            <a:lvl3pPr indent="-228600" lvl="2" marL="1371600" algn="l">
              <a:lnSpc>
                <a:spcPct val="100000"/>
              </a:lnSpc>
              <a:spcBef>
                <a:spcPts val="0"/>
              </a:spcBef>
              <a:spcAft>
                <a:spcPts val="0"/>
              </a:spcAft>
              <a:buClr>
                <a:schemeClr val="dk1"/>
              </a:buClr>
              <a:buSzPts val="1400"/>
              <a:buFont typeface="Verdana"/>
              <a:buNone/>
              <a:defRPr/>
            </a:lvl3pPr>
            <a:lvl4pPr indent="-228600" lvl="3" marL="1828800" algn="l">
              <a:lnSpc>
                <a:spcPct val="100000"/>
              </a:lnSpc>
              <a:spcBef>
                <a:spcPts val="0"/>
              </a:spcBef>
              <a:spcAft>
                <a:spcPts val="0"/>
              </a:spcAft>
              <a:buClr>
                <a:schemeClr val="dk1"/>
              </a:buClr>
              <a:buSzPts val="1200"/>
              <a:buFont typeface="Verdana"/>
              <a:buNone/>
              <a:defRPr/>
            </a:lvl4pPr>
            <a:lvl5pPr indent="-228600" lvl="4" marL="2286000" algn="l">
              <a:lnSpc>
                <a:spcPct val="100000"/>
              </a:lnSpc>
              <a:spcBef>
                <a:spcPts val="0"/>
              </a:spcBef>
              <a:spcAft>
                <a:spcPts val="0"/>
              </a:spcAft>
              <a:buClr>
                <a:schemeClr val="dk1"/>
              </a:buClr>
              <a:buSzPts val="1200"/>
              <a:buFont typeface="Verdana"/>
              <a:buNone/>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54" name="Google Shape;254;p26"/>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26"/>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26"/>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257" name="Google Shape;257;p26"/>
          <p:cNvSpPr/>
          <p:nvPr/>
        </p:nvSpPr>
        <p:spPr>
          <a:xfrm>
            <a:off x="0" y="-1"/>
            <a:ext cx="46800" cy="6858001"/>
          </a:xfrm>
          <a:prstGeom prst="rect">
            <a:avLst/>
          </a:prstGeom>
          <a:gradFill>
            <a:gsLst>
              <a:gs pos="0">
                <a:srgbClr val="00B2A9"/>
              </a:gs>
              <a:gs pos="100000">
                <a:srgbClr val="2F2A95"/>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rgbClr val="2F2A95"/>
              </a:buClr>
              <a:buSzPts val="1800"/>
              <a:buFont typeface="Verdana"/>
              <a:buNone/>
            </a:pPr>
            <a:r>
              <a:t/>
            </a:r>
            <a:endParaRPr b="0" i="0" sz="1800" u="none" cap="none" strike="noStrike">
              <a:solidFill>
                <a:srgbClr val="000000"/>
              </a:solidFill>
              <a:latin typeface="Verdana"/>
              <a:ea typeface="Verdana"/>
              <a:cs typeface="Verdana"/>
              <a:sym typeface="Verdana"/>
            </a:endParaRPr>
          </a:p>
        </p:txBody>
      </p:sp>
      <p:grpSp>
        <p:nvGrpSpPr>
          <p:cNvPr id="258" name="Google Shape;258;p26"/>
          <p:cNvGrpSpPr/>
          <p:nvPr/>
        </p:nvGrpSpPr>
        <p:grpSpPr>
          <a:xfrm>
            <a:off x="11430001" y="476250"/>
            <a:ext cx="213430" cy="571500"/>
            <a:chOff x="4249" y="1683"/>
            <a:chExt cx="695" cy="1861"/>
          </a:xfrm>
        </p:grpSpPr>
        <p:sp>
          <p:nvSpPr>
            <p:cNvPr id="259" name="Google Shape;259;p26"/>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260" name="Google Shape;260;p26"/>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p:cSld name="Four Content">
    <p:spTree>
      <p:nvGrpSpPr>
        <p:cNvPr id="261" name="Shape 261"/>
        <p:cNvGrpSpPr/>
        <p:nvPr/>
      </p:nvGrpSpPr>
      <p:grpSpPr>
        <a:xfrm>
          <a:off x="0" y="0"/>
          <a:ext cx="0" cy="0"/>
          <a:chOff x="0" y="0"/>
          <a:chExt cx="0" cy="0"/>
        </a:xfrm>
      </p:grpSpPr>
      <p:sp>
        <p:nvSpPr>
          <p:cNvPr id="262" name="Google Shape;262;p27"/>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7"/>
          <p:cNvSpPr txBox="1"/>
          <p:nvPr>
            <p:ph idx="1" type="body"/>
          </p:nvPr>
        </p:nvSpPr>
        <p:spPr>
          <a:xfrm>
            <a:off x="546100" y="1143000"/>
            <a:ext cx="11099799" cy="381001"/>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1800"/>
              <a:buFont typeface="Verdana"/>
              <a:buNone/>
              <a:defRPr sz="1800">
                <a:latin typeface="Verdana"/>
                <a:ea typeface="Verdana"/>
                <a:cs typeface="Verdana"/>
                <a:sym typeface="Verdana"/>
              </a:defRPr>
            </a:lvl1pPr>
            <a:lvl2pPr indent="-228600" lvl="1" marL="914400" algn="l">
              <a:lnSpc>
                <a:spcPct val="100000"/>
              </a:lnSpc>
              <a:spcBef>
                <a:spcPts val="0"/>
              </a:spcBef>
              <a:spcAft>
                <a:spcPts val="0"/>
              </a:spcAft>
              <a:buClr>
                <a:schemeClr val="dk1"/>
              </a:buClr>
              <a:buSzPts val="1600"/>
              <a:buFont typeface="Verdana"/>
              <a:buNone/>
              <a:defRPr/>
            </a:lvl2pPr>
            <a:lvl3pPr indent="-228600" lvl="2" marL="1371600" algn="l">
              <a:lnSpc>
                <a:spcPct val="100000"/>
              </a:lnSpc>
              <a:spcBef>
                <a:spcPts val="0"/>
              </a:spcBef>
              <a:spcAft>
                <a:spcPts val="0"/>
              </a:spcAft>
              <a:buClr>
                <a:schemeClr val="dk1"/>
              </a:buClr>
              <a:buSzPts val="1400"/>
              <a:buFont typeface="Verdana"/>
              <a:buNone/>
              <a:defRPr/>
            </a:lvl3pPr>
            <a:lvl4pPr indent="-228600" lvl="3" marL="1828800" algn="l">
              <a:lnSpc>
                <a:spcPct val="100000"/>
              </a:lnSpc>
              <a:spcBef>
                <a:spcPts val="0"/>
              </a:spcBef>
              <a:spcAft>
                <a:spcPts val="0"/>
              </a:spcAft>
              <a:buClr>
                <a:schemeClr val="dk1"/>
              </a:buClr>
              <a:buSzPts val="1200"/>
              <a:buFont typeface="Verdana"/>
              <a:buNone/>
              <a:defRPr/>
            </a:lvl4pPr>
            <a:lvl5pPr indent="-228600" lvl="4" marL="2286000" algn="l">
              <a:lnSpc>
                <a:spcPct val="100000"/>
              </a:lnSpc>
              <a:spcBef>
                <a:spcPts val="0"/>
              </a:spcBef>
              <a:spcAft>
                <a:spcPts val="0"/>
              </a:spcAft>
              <a:buClr>
                <a:schemeClr val="dk1"/>
              </a:buClr>
              <a:buSzPts val="1200"/>
              <a:buFont typeface="Verdana"/>
              <a:buNone/>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64" name="Google Shape;264;p27"/>
          <p:cNvSpPr txBox="1"/>
          <p:nvPr>
            <p:ph idx="2" type="body"/>
          </p:nvPr>
        </p:nvSpPr>
        <p:spPr>
          <a:xfrm>
            <a:off x="546100" y="1649413"/>
            <a:ext cx="2679700" cy="4637087"/>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17500" lvl="1" marL="914400" algn="l">
              <a:lnSpc>
                <a:spcPct val="100000"/>
              </a:lnSpc>
              <a:spcBef>
                <a:spcPts val="0"/>
              </a:spcBef>
              <a:spcAft>
                <a:spcPts val="0"/>
              </a:spcAft>
              <a:buClr>
                <a:schemeClr val="dk1"/>
              </a:buClr>
              <a:buSzPts val="1400"/>
              <a:buChar char="•"/>
              <a:defRPr sz="1400"/>
            </a:lvl2pPr>
            <a:lvl3pPr indent="-304800" lvl="2" marL="1371600" algn="l">
              <a:lnSpc>
                <a:spcPct val="100000"/>
              </a:lnSpc>
              <a:spcBef>
                <a:spcPts val="0"/>
              </a:spcBef>
              <a:spcAft>
                <a:spcPts val="0"/>
              </a:spcAft>
              <a:buClr>
                <a:schemeClr val="dk1"/>
              </a:buClr>
              <a:buSzPts val="1200"/>
              <a:buChar char="•"/>
              <a:defRPr sz="1200"/>
            </a:lvl3pPr>
            <a:lvl4pPr indent="-298450" lvl="3" marL="1828800" algn="l">
              <a:lnSpc>
                <a:spcPct val="100000"/>
              </a:lnSpc>
              <a:spcBef>
                <a:spcPts val="0"/>
              </a:spcBef>
              <a:spcAft>
                <a:spcPts val="0"/>
              </a:spcAft>
              <a:buClr>
                <a:schemeClr val="dk1"/>
              </a:buClr>
              <a:buSzPts val="1100"/>
              <a:buChar char="•"/>
              <a:defRPr sz="1100"/>
            </a:lvl4pPr>
            <a:lvl5pPr indent="-298450" lvl="4" marL="2286000" algn="l">
              <a:lnSpc>
                <a:spcPct val="100000"/>
              </a:lnSpc>
              <a:spcBef>
                <a:spcPts val="0"/>
              </a:spcBef>
              <a:spcAft>
                <a:spcPts val="0"/>
              </a:spcAft>
              <a:buClr>
                <a:schemeClr val="dk1"/>
              </a:buClr>
              <a:buSzPts val="1100"/>
              <a:buChar char="•"/>
              <a:defRPr sz="1100"/>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65" name="Google Shape;265;p27"/>
          <p:cNvSpPr txBox="1"/>
          <p:nvPr>
            <p:ph idx="3" type="body"/>
          </p:nvPr>
        </p:nvSpPr>
        <p:spPr>
          <a:xfrm>
            <a:off x="3352800" y="1649413"/>
            <a:ext cx="2679700" cy="4637087"/>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17500" lvl="1" marL="914400" algn="l">
              <a:lnSpc>
                <a:spcPct val="100000"/>
              </a:lnSpc>
              <a:spcBef>
                <a:spcPts val="0"/>
              </a:spcBef>
              <a:spcAft>
                <a:spcPts val="0"/>
              </a:spcAft>
              <a:buClr>
                <a:schemeClr val="dk1"/>
              </a:buClr>
              <a:buSzPts val="1400"/>
              <a:buChar char="•"/>
              <a:defRPr sz="1400"/>
            </a:lvl2pPr>
            <a:lvl3pPr indent="-304800" lvl="2" marL="1371600" algn="l">
              <a:lnSpc>
                <a:spcPct val="100000"/>
              </a:lnSpc>
              <a:spcBef>
                <a:spcPts val="0"/>
              </a:spcBef>
              <a:spcAft>
                <a:spcPts val="0"/>
              </a:spcAft>
              <a:buClr>
                <a:schemeClr val="dk1"/>
              </a:buClr>
              <a:buSzPts val="1200"/>
              <a:buChar char="•"/>
              <a:defRPr sz="1200"/>
            </a:lvl3pPr>
            <a:lvl4pPr indent="-298450" lvl="3" marL="1828800" algn="l">
              <a:lnSpc>
                <a:spcPct val="100000"/>
              </a:lnSpc>
              <a:spcBef>
                <a:spcPts val="0"/>
              </a:spcBef>
              <a:spcAft>
                <a:spcPts val="0"/>
              </a:spcAft>
              <a:buClr>
                <a:schemeClr val="dk1"/>
              </a:buClr>
              <a:buSzPts val="1100"/>
              <a:buChar char="•"/>
              <a:defRPr sz="1100"/>
            </a:lvl4pPr>
            <a:lvl5pPr indent="-298450" lvl="4" marL="2286000" algn="l">
              <a:lnSpc>
                <a:spcPct val="100000"/>
              </a:lnSpc>
              <a:spcBef>
                <a:spcPts val="0"/>
              </a:spcBef>
              <a:spcAft>
                <a:spcPts val="0"/>
              </a:spcAft>
              <a:buClr>
                <a:schemeClr val="dk1"/>
              </a:buClr>
              <a:buSzPts val="1100"/>
              <a:buChar char="•"/>
              <a:defRPr sz="1100"/>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66" name="Google Shape;266;p27"/>
          <p:cNvSpPr txBox="1"/>
          <p:nvPr>
            <p:ph idx="4" type="body"/>
          </p:nvPr>
        </p:nvSpPr>
        <p:spPr>
          <a:xfrm>
            <a:off x="6159500" y="1649413"/>
            <a:ext cx="2679700" cy="4637087"/>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17500" lvl="1" marL="914400" algn="l">
              <a:lnSpc>
                <a:spcPct val="100000"/>
              </a:lnSpc>
              <a:spcBef>
                <a:spcPts val="0"/>
              </a:spcBef>
              <a:spcAft>
                <a:spcPts val="0"/>
              </a:spcAft>
              <a:buClr>
                <a:schemeClr val="dk1"/>
              </a:buClr>
              <a:buSzPts val="1400"/>
              <a:buChar char="•"/>
              <a:defRPr sz="1400"/>
            </a:lvl2pPr>
            <a:lvl3pPr indent="-304800" lvl="2" marL="1371600" algn="l">
              <a:lnSpc>
                <a:spcPct val="100000"/>
              </a:lnSpc>
              <a:spcBef>
                <a:spcPts val="0"/>
              </a:spcBef>
              <a:spcAft>
                <a:spcPts val="0"/>
              </a:spcAft>
              <a:buClr>
                <a:schemeClr val="dk1"/>
              </a:buClr>
              <a:buSzPts val="1200"/>
              <a:buChar char="•"/>
              <a:defRPr sz="1200"/>
            </a:lvl3pPr>
            <a:lvl4pPr indent="-298450" lvl="3" marL="1828800" algn="l">
              <a:lnSpc>
                <a:spcPct val="100000"/>
              </a:lnSpc>
              <a:spcBef>
                <a:spcPts val="0"/>
              </a:spcBef>
              <a:spcAft>
                <a:spcPts val="0"/>
              </a:spcAft>
              <a:buClr>
                <a:schemeClr val="dk1"/>
              </a:buClr>
              <a:buSzPts val="1100"/>
              <a:buChar char="•"/>
              <a:defRPr sz="1100"/>
            </a:lvl4pPr>
            <a:lvl5pPr indent="-298450" lvl="4" marL="2286000" algn="l">
              <a:lnSpc>
                <a:spcPct val="100000"/>
              </a:lnSpc>
              <a:spcBef>
                <a:spcPts val="0"/>
              </a:spcBef>
              <a:spcAft>
                <a:spcPts val="0"/>
              </a:spcAft>
              <a:buClr>
                <a:schemeClr val="dk1"/>
              </a:buClr>
              <a:buSzPts val="1100"/>
              <a:buChar char="•"/>
              <a:defRPr sz="1100"/>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67" name="Google Shape;267;p27"/>
          <p:cNvSpPr txBox="1"/>
          <p:nvPr>
            <p:ph idx="5" type="body"/>
          </p:nvPr>
        </p:nvSpPr>
        <p:spPr>
          <a:xfrm>
            <a:off x="8966199" y="1649413"/>
            <a:ext cx="2679701" cy="4637087"/>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17500" lvl="1" marL="914400" algn="l">
              <a:lnSpc>
                <a:spcPct val="100000"/>
              </a:lnSpc>
              <a:spcBef>
                <a:spcPts val="0"/>
              </a:spcBef>
              <a:spcAft>
                <a:spcPts val="0"/>
              </a:spcAft>
              <a:buClr>
                <a:schemeClr val="dk1"/>
              </a:buClr>
              <a:buSzPts val="1400"/>
              <a:buChar char="•"/>
              <a:defRPr sz="1400"/>
            </a:lvl2pPr>
            <a:lvl3pPr indent="-304800" lvl="2" marL="1371600" algn="l">
              <a:lnSpc>
                <a:spcPct val="100000"/>
              </a:lnSpc>
              <a:spcBef>
                <a:spcPts val="0"/>
              </a:spcBef>
              <a:spcAft>
                <a:spcPts val="0"/>
              </a:spcAft>
              <a:buClr>
                <a:schemeClr val="dk1"/>
              </a:buClr>
              <a:buSzPts val="1200"/>
              <a:buChar char="•"/>
              <a:defRPr sz="1200"/>
            </a:lvl3pPr>
            <a:lvl4pPr indent="-298450" lvl="3" marL="1828800" algn="l">
              <a:lnSpc>
                <a:spcPct val="100000"/>
              </a:lnSpc>
              <a:spcBef>
                <a:spcPts val="0"/>
              </a:spcBef>
              <a:spcAft>
                <a:spcPts val="0"/>
              </a:spcAft>
              <a:buClr>
                <a:schemeClr val="dk1"/>
              </a:buClr>
              <a:buSzPts val="1100"/>
              <a:buChar char="•"/>
              <a:defRPr sz="1100"/>
            </a:lvl4pPr>
            <a:lvl5pPr indent="-298450" lvl="4" marL="2286000" algn="l">
              <a:lnSpc>
                <a:spcPct val="100000"/>
              </a:lnSpc>
              <a:spcBef>
                <a:spcPts val="0"/>
              </a:spcBef>
              <a:spcAft>
                <a:spcPts val="0"/>
              </a:spcAft>
              <a:buClr>
                <a:schemeClr val="dk1"/>
              </a:buClr>
              <a:buSzPts val="1100"/>
              <a:buChar char="•"/>
              <a:defRPr sz="1100"/>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68" name="Google Shape;268;p27"/>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27"/>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27"/>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271" name="Google Shape;271;p27"/>
          <p:cNvSpPr/>
          <p:nvPr/>
        </p:nvSpPr>
        <p:spPr>
          <a:xfrm>
            <a:off x="0" y="-1"/>
            <a:ext cx="46800" cy="6858001"/>
          </a:xfrm>
          <a:prstGeom prst="rect">
            <a:avLst/>
          </a:prstGeom>
          <a:gradFill>
            <a:gsLst>
              <a:gs pos="0">
                <a:srgbClr val="00B2A9"/>
              </a:gs>
              <a:gs pos="100000">
                <a:srgbClr val="2F2A95"/>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rgbClr val="2F2A95"/>
              </a:buClr>
              <a:buSzPts val="1800"/>
              <a:buFont typeface="Verdana"/>
              <a:buNone/>
            </a:pPr>
            <a:r>
              <a:t/>
            </a:r>
            <a:endParaRPr b="0" i="0" sz="1800" u="none" cap="none" strike="noStrike">
              <a:solidFill>
                <a:srgbClr val="000000"/>
              </a:solidFill>
              <a:latin typeface="Verdana"/>
              <a:ea typeface="Verdana"/>
              <a:cs typeface="Verdana"/>
              <a:sym typeface="Verdana"/>
            </a:endParaRPr>
          </a:p>
        </p:txBody>
      </p:sp>
      <p:grpSp>
        <p:nvGrpSpPr>
          <p:cNvPr id="272" name="Google Shape;272;p27"/>
          <p:cNvGrpSpPr/>
          <p:nvPr/>
        </p:nvGrpSpPr>
        <p:grpSpPr>
          <a:xfrm>
            <a:off x="11430001" y="476250"/>
            <a:ext cx="213430" cy="571500"/>
            <a:chOff x="4249" y="1683"/>
            <a:chExt cx="695" cy="1861"/>
          </a:xfrm>
        </p:grpSpPr>
        <p:sp>
          <p:nvSpPr>
            <p:cNvPr id="273" name="Google Shape;273;p27"/>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274" name="Google Shape;274;p27"/>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spTree>
      <p:nvGrpSpPr>
        <p:cNvPr id="275" name="Shape 275"/>
        <p:cNvGrpSpPr/>
        <p:nvPr/>
      </p:nvGrpSpPr>
      <p:grpSpPr>
        <a:xfrm>
          <a:off x="0" y="0"/>
          <a:ext cx="0" cy="0"/>
          <a:chOff x="0" y="0"/>
          <a:chExt cx="0" cy="0"/>
        </a:xfrm>
      </p:grpSpPr>
      <p:sp>
        <p:nvSpPr>
          <p:cNvPr id="276" name="Google Shape;276;p28"/>
          <p:cNvSpPr txBox="1"/>
          <p:nvPr>
            <p:ph idx="1" type="body"/>
          </p:nvPr>
        </p:nvSpPr>
        <p:spPr>
          <a:xfrm>
            <a:off x="546100" y="1535054"/>
            <a:ext cx="5486400" cy="2306696"/>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Clr>
                <a:schemeClr val="accent4"/>
              </a:buClr>
              <a:buSzPts val="2000"/>
              <a:buFont typeface="Verdana"/>
              <a:buNone/>
              <a:defRPr b="1" sz="2000">
                <a:solidFill>
                  <a:schemeClr val="accent4"/>
                </a:solidFill>
                <a:latin typeface="Verdana"/>
                <a:ea typeface="Verdana"/>
                <a:cs typeface="Verdana"/>
                <a:sym typeface="Verdana"/>
              </a:defRPr>
            </a:lvl1pPr>
            <a:lvl2pPr indent="-228600" lvl="1" marL="914400" algn="l">
              <a:lnSpc>
                <a:spcPct val="100000"/>
              </a:lnSpc>
              <a:spcBef>
                <a:spcPts val="0"/>
              </a:spcBef>
              <a:spcAft>
                <a:spcPts val="0"/>
              </a:spcAft>
              <a:buClr>
                <a:schemeClr val="accent2"/>
              </a:buClr>
              <a:buSzPts val="1600"/>
              <a:buFont typeface="Verdana"/>
              <a:buNone/>
              <a:defRPr>
                <a:solidFill>
                  <a:schemeClr val="accent2"/>
                </a:solidFill>
                <a:latin typeface="Verdana"/>
                <a:ea typeface="Verdana"/>
                <a:cs typeface="Verdana"/>
                <a:sym typeface="Verdana"/>
              </a:defRPr>
            </a:lvl2pPr>
            <a:lvl3pPr indent="-228600" lvl="2" marL="1371600" algn="l">
              <a:lnSpc>
                <a:spcPct val="100000"/>
              </a:lnSpc>
              <a:spcBef>
                <a:spcPts val="0"/>
              </a:spcBef>
              <a:spcAft>
                <a:spcPts val="0"/>
              </a:spcAft>
              <a:buClr>
                <a:schemeClr val="accent2"/>
              </a:buClr>
              <a:buSzPts val="1400"/>
              <a:buFont typeface="Verdana"/>
              <a:buNone/>
              <a:defRPr>
                <a:solidFill>
                  <a:schemeClr val="accent2"/>
                </a:solidFill>
                <a:latin typeface="Verdana"/>
                <a:ea typeface="Verdana"/>
                <a:cs typeface="Verdana"/>
                <a:sym typeface="Verdana"/>
              </a:defRPr>
            </a:lvl3pPr>
            <a:lvl4pPr indent="-228600" lvl="3" marL="1828800" algn="l">
              <a:lnSpc>
                <a:spcPct val="100000"/>
              </a:lnSpc>
              <a:spcBef>
                <a:spcPts val="0"/>
              </a:spcBef>
              <a:spcAft>
                <a:spcPts val="0"/>
              </a:spcAft>
              <a:buClr>
                <a:schemeClr val="accent2"/>
              </a:buClr>
              <a:buSzPts val="1200"/>
              <a:buFont typeface="Verdana"/>
              <a:buNone/>
              <a:defRPr>
                <a:solidFill>
                  <a:schemeClr val="accent2"/>
                </a:solidFill>
                <a:latin typeface="Verdana"/>
                <a:ea typeface="Verdana"/>
                <a:cs typeface="Verdana"/>
                <a:sym typeface="Verdana"/>
              </a:defRPr>
            </a:lvl4pPr>
            <a:lvl5pPr indent="-228600" lvl="4" marL="2286000" algn="l">
              <a:lnSpc>
                <a:spcPct val="100000"/>
              </a:lnSpc>
              <a:spcBef>
                <a:spcPts val="0"/>
              </a:spcBef>
              <a:spcAft>
                <a:spcPts val="0"/>
              </a:spcAft>
              <a:buClr>
                <a:schemeClr val="accent2"/>
              </a:buClr>
              <a:buSzPts val="1200"/>
              <a:buFont typeface="Verdana"/>
              <a:buNone/>
              <a:defRPr>
                <a:solidFill>
                  <a:schemeClr val="accent2"/>
                </a:solidFill>
                <a:latin typeface="Verdana"/>
                <a:ea typeface="Verdana"/>
                <a:cs typeface="Verdana"/>
                <a:sym typeface="Verdana"/>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77" name="Google Shape;277;p28"/>
          <p:cNvSpPr txBox="1"/>
          <p:nvPr>
            <p:ph idx="2" type="body"/>
          </p:nvPr>
        </p:nvSpPr>
        <p:spPr>
          <a:xfrm>
            <a:off x="546100" y="3967163"/>
            <a:ext cx="5486400" cy="38386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2000"/>
              <a:buFont typeface="Verdana"/>
              <a:buNone/>
              <a:defRPr b="1" sz="2000">
                <a:solidFill>
                  <a:schemeClr val="dk1"/>
                </a:solidFill>
                <a:latin typeface="Verdana"/>
                <a:ea typeface="Verdana"/>
                <a:cs typeface="Verdana"/>
                <a:sym typeface="Verdana"/>
              </a:defRPr>
            </a:lvl1pPr>
            <a:lvl2pPr indent="-330200" lvl="1" marL="914400" algn="l">
              <a:lnSpc>
                <a:spcPct val="100000"/>
              </a:lnSpc>
              <a:spcBef>
                <a:spcPts val="0"/>
              </a:spcBef>
              <a:spcAft>
                <a:spcPts val="0"/>
              </a:spcAft>
              <a:buClr>
                <a:schemeClr val="dk1"/>
              </a:buClr>
              <a:buSzPts val="16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78" name="Google Shape;278;p28"/>
          <p:cNvSpPr txBox="1"/>
          <p:nvPr>
            <p:ph idx="3" type="body"/>
          </p:nvPr>
        </p:nvSpPr>
        <p:spPr>
          <a:xfrm>
            <a:off x="546101" y="4477027"/>
            <a:ext cx="5486400" cy="180947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600"/>
              <a:buFont typeface="Verdana"/>
              <a:buNone/>
              <a:defRPr sz="1600"/>
            </a:lvl1pPr>
            <a:lvl2pPr indent="-228600" lvl="1" marL="914400" algn="l">
              <a:lnSpc>
                <a:spcPct val="100000"/>
              </a:lnSpc>
              <a:spcBef>
                <a:spcPts val="0"/>
              </a:spcBef>
              <a:spcAft>
                <a:spcPts val="0"/>
              </a:spcAft>
              <a:buClr>
                <a:schemeClr val="dk1"/>
              </a:buClr>
              <a:buSzPts val="1600"/>
              <a:buFont typeface="Verdana"/>
              <a:buNone/>
              <a:defRPr/>
            </a:lvl2pPr>
            <a:lvl3pPr indent="-228600" lvl="2" marL="1371600" algn="l">
              <a:lnSpc>
                <a:spcPct val="100000"/>
              </a:lnSpc>
              <a:spcBef>
                <a:spcPts val="0"/>
              </a:spcBef>
              <a:spcAft>
                <a:spcPts val="0"/>
              </a:spcAft>
              <a:buClr>
                <a:schemeClr val="dk1"/>
              </a:buClr>
              <a:buSzPts val="1400"/>
              <a:buFont typeface="Verdana"/>
              <a:buNone/>
              <a:defRPr/>
            </a:lvl3pPr>
            <a:lvl4pPr indent="-228600" lvl="3" marL="1828800" algn="l">
              <a:lnSpc>
                <a:spcPct val="100000"/>
              </a:lnSpc>
              <a:spcBef>
                <a:spcPts val="0"/>
              </a:spcBef>
              <a:spcAft>
                <a:spcPts val="0"/>
              </a:spcAft>
              <a:buClr>
                <a:schemeClr val="dk1"/>
              </a:buClr>
              <a:buSzPts val="1200"/>
              <a:buFont typeface="Verdana"/>
              <a:buNone/>
              <a:defRPr/>
            </a:lvl4pPr>
            <a:lvl5pPr indent="-228600" lvl="4" marL="2286000" algn="l">
              <a:lnSpc>
                <a:spcPct val="100000"/>
              </a:lnSpc>
              <a:spcBef>
                <a:spcPts val="0"/>
              </a:spcBef>
              <a:spcAft>
                <a:spcPts val="0"/>
              </a:spcAft>
              <a:buClr>
                <a:schemeClr val="dk1"/>
              </a:buClr>
              <a:buSzPts val="1200"/>
              <a:buFont typeface="Verdana"/>
              <a:buNone/>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79" name="Google Shape;279;p28"/>
          <p:cNvSpPr/>
          <p:nvPr/>
        </p:nvSpPr>
        <p:spPr>
          <a:xfrm>
            <a:off x="8842666" y="3266987"/>
            <a:ext cx="1152358" cy="2913134"/>
          </a:xfrm>
          <a:custGeom>
            <a:rect b="b" l="l" r="r" t="t"/>
            <a:pathLst>
              <a:path extrusionOk="0" h="2913134" w="1152358">
                <a:moveTo>
                  <a:pt x="0" y="0"/>
                </a:moveTo>
                <a:lnTo>
                  <a:pt x="1152358" y="571804"/>
                </a:lnTo>
                <a:lnTo>
                  <a:pt x="1152358" y="1450229"/>
                </a:lnTo>
                <a:lnTo>
                  <a:pt x="1152358" y="2913134"/>
                </a:lnTo>
                <a:lnTo>
                  <a:pt x="0" y="2341330"/>
                </a:lnTo>
                <a:lnTo>
                  <a:pt x="0" y="878425"/>
                </a:lnTo>
                <a:close/>
              </a:path>
            </a:pathLst>
          </a:custGeom>
          <a:noFill/>
          <a:ln cap="flat" cmpd="sng" w="19050">
            <a:solidFill>
              <a:schemeClr val="accent4">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100000"/>
              </a:lnSpc>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80" name="Google Shape;280;p28"/>
          <p:cNvSpPr/>
          <p:nvPr/>
        </p:nvSpPr>
        <p:spPr>
          <a:xfrm>
            <a:off x="10848618" y="1540541"/>
            <a:ext cx="792518" cy="2477701"/>
          </a:xfrm>
          <a:custGeom>
            <a:rect b="b" l="l" r="r" t="t"/>
            <a:pathLst>
              <a:path extrusionOk="0" h="2477701" w="792518">
                <a:moveTo>
                  <a:pt x="0" y="0"/>
                </a:moveTo>
                <a:lnTo>
                  <a:pt x="792518" y="393250"/>
                </a:lnTo>
                <a:lnTo>
                  <a:pt x="792518" y="2477701"/>
                </a:lnTo>
                <a:lnTo>
                  <a:pt x="0" y="2084451"/>
                </a:lnTo>
                <a:close/>
              </a:path>
            </a:pathLst>
          </a:custGeom>
          <a:gradFill>
            <a:gsLst>
              <a:gs pos="0">
                <a:srgbClr val="92C0E9"/>
              </a:gs>
              <a:gs pos="100000">
                <a:srgbClr val="2D288F">
                  <a:alpha val="90196"/>
                </a:srgbClr>
              </a:gs>
            </a:gsLst>
            <a:lin ang="6900000" scaled="0"/>
          </a:gradFill>
          <a:ln cap="flat" cmpd="sng" w="19050">
            <a:solidFill>
              <a:srgbClr val="92C0E9"/>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00" u="none" cap="none" strike="noStrike">
              <a:solidFill>
                <a:srgbClr val="FFFFFF"/>
              </a:solidFill>
              <a:latin typeface="Verdana"/>
              <a:ea typeface="Verdana"/>
              <a:cs typeface="Verdana"/>
              <a:sym typeface="Verdana"/>
            </a:endParaRPr>
          </a:p>
        </p:txBody>
      </p:sp>
      <p:sp>
        <p:nvSpPr>
          <p:cNvPr id="281" name="Google Shape;281;p28"/>
          <p:cNvSpPr/>
          <p:nvPr/>
        </p:nvSpPr>
        <p:spPr>
          <a:xfrm>
            <a:off x="9489573" y="863906"/>
            <a:ext cx="1152358" cy="2913134"/>
          </a:xfrm>
          <a:custGeom>
            <a:rect b="b" l="l" r="r" t="t"/>
            <a:pathLst>
              <a:path extrusionOk="0" h="2913134" w="1152358">
                <a:moveTo>
                  <a:pt x="0" y="0"/>
                </a:moveTo>
                <a:lnTo>
                  <a:pt x="1152358" y="571804"/>
                </a:lnTo>
                <a:lnTo>
                  <a:pt x="1152358" y="1450229"/>
                </a:lnTo>
                <a:lnTo>
                  <a:pt x="1152358" y="2913134"/>
                </a:lnTo>
                <a:lnTo>
                  <a:pt x="0" y="2341330"/>
                </a:lnTo>
                <a:lnTo>
                  <a:pt x="0" y="878425"/>
                </a:lnTo>
                <a:close/>
              </a:path>
            </a:pathLst>
          </a:custGeom>
          <a:noFill/>
          <a:ln cap="flat" cmpd="sng" w="19050">
            <a:solidFill>
              <a:schemeClr val="accent4">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100000"/>
              </a:lnSpc>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82" name="Google Shape;282;p28"/>
          <p:cNvSpPr/>
          <p:nvPr/>
        </p:nvSpPr>
        <p:spPr>
          <a:xfrm>
            <a:off x="7055203" y="1894579"/>
            <a:ext cx="594266" cy="2252051"/>
          </a:xfrm>
          <a:custGeom>
            <a:rect b="b" l="l" r="r" t="t"/>
            <a:pathLst>
              <a:path extrusionOk="0" h="2252051" w="594266">
                <a:moveTo>
                  <a:pt x="0" y="0"/>
                </a:moveTo>
                <a:lnTo>
                  <a:pt x="594266" y="294877"/>
                </a:lnTo>
                <a:lnTo>
                  <a:pt x="594266" y="747877"/>
                </a:lnTo>
                <a:lnTo>
                  <a:pt x="594266" y="1799051"/>
                </a:lnTo>
                <a:lnTo>
                  <a:pt x="594266" y="2252051"/>
                </a:lnTo>
                <a:lnTo>
                  <a:pt x="0" y="1957174"/>
                </a:lnTo>
                <a:lnTo>
                  <a:pt x="0" y="1504174"/>
                </a:lnTo>
                <a:lnTo>
                  <a:pt x="0" y="453000"/>
                </a:lnTo>
                <a:close/>
              </a:path>
            </a:pathLst>
          </a:custGeom>
          <a:noFill/>
          <a:ln cap="flat" cmpd="sng" w="19050">
            <a:solidFill>
              <a:schemeClr val="accent4">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100000"/>
              </a:lnSpc>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83" name="Google Shape;283;p28"/>
          <p:cNvSpPr/>
          <p:nvPr/>
        </p:nvSpPr>
        <p:spPr>
          <a:xfrm>
            <a:off x="6566109" y="3282189"/>
            <a:ext cx="280587" cy="1063324"/>
          </a:xfrm>
          <a:custGeom>
            <a:rect b="b" l="l" r="r" t="t"/>
            <a:pathLst>
              <a:path extrusionOk="0" h="2252051" w="594266">
                <a:moveTo>
                  <a:pt x="0" y="0"/>
                </a:moveTo>
                <a:lnTo>
                  <a:pt x="594266" y="294877"/>
                </a:lnTo>
                <a:lnTo>
                  <a:pt x="594266" y="747877"/>
                </a:lnTo>
                <a:lnTo>
                  <a:pt x="594266" y="1799051"/>
                </a:lnTo>
                <a:lnTo>
                  <a:pt x="594266" y="2252051"/>
                </a:lnTo>
                <a:lnTo>
                  <a:pt x="0" y="1957174"/>
                </a:lnTo>
                <a:lnTo>
                  <a:pt x="0" y="1504174"/>
                </a:lnTo>
                <a:lnTo>
                  <a:pt x="0" y="453000"/>
                </a:lnTo>
                <a:close/>
              </a:path>
            </a:pathLst>
          </a:custGeom>
          <a:noFill/>
          <a:ln cap="flat" cmpd="sng" w="19050">
            <a:solidFill>
              <a:schemeClr val="accent4">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100000"/>
              </a:lnSpc>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84" name="Google Shape;284;p28"/>
          <p:cNvSpPr/>
          <p:nvPr>
            <p:ph idx="4" type="pic"/>
          </p:nvPr>
        </p:nvSpPr>
        <p:spPr>
          <a:xfrm>
            <a:off x="8105039" y="1915436"/>
            <a:ext cx="3005021" cy="3027128"/>
          </a:xfrm>
          <a:prstGeom prst="ellipse">
            <a:avLst/>
          </a:prstGeom>
          <a:solidFill>
            <a:schemeClr val="lt2"/>
          </a:solidFill>
          <a:ln>
            <a:noFill/>
          </a:ln>
          <a:effectLst>
            <a:outerShdw blurRad="254000" rotWithShape="0" algn="ctr">
              <a:srgbClr val="000000">
                <a:alpha val="20000"/>
              </a:srgbClr>
            </a:outerShdw>
          </a:effectLst>
        </p:spPr>
      </p:sp>
      <p:sp>
        <p:nvSpPr>
          <p:cNvPr id="285" name="Google Shape;285;p28"/>
          <p:cNvSpPr/>
          <p:nvPr/>
        </p:nvSpPr>
        <p:spPr>
          <a:xfrm>
            <a:off x="550863" y="387350"/>
            <a:ext cx="594266" cy="1470543"/>
          </a:xfrm>
          <a:custGeom>
            <a:rect b="b" l="l" r="r" t="t"/>
            <a:pathLst>
              <a:path extrusionOk="0" h="1470543" w="594266">
                <a:moveTo>
                  <a:pt x="0" y="0"/>
                </a:moveTo>
                <a:lnTo>
                  <a:pt x="594266" y="294877"/>
                </a:lnTo>
                <a:lnTo>
                  <a:pt x="594266" y="1470543"/>
                </a:lnTo>
                <a:lnTo>
                  <a:pt x="0" y="1175666"/>
                </a:lnTo>
                <a:close/>
              </a:path>
            </a:pathLst>
          </a:custGeom>
          <a:noFill/>
          <a:ln cap="flat" cmpd="sng" w="19050">
            <a:solidFill>
              <a:schemeClr val="accent4"/>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86" name="Google Shape;286;p28"/>
          <p:cNvSpPr/>
          <p:nvPr/>
        </p:nvSpPr>
        <p:spPr>
          <a:xfrm>
            <a:off x="1312863" y="387350"/>
            <a:ext cx="594266" cy="1470543"/>
          </a:xfrm>
          <a:custGeom>
            <a:rect b="b" l="l" r="r" t="t"/>
            <a:pathLst>
              <a:path extrusionOk="0" h="1470543" w="594266">
                <a:moveTo>
                  <a:pt x="0" y="0"/>
                </a:moveTo>
                <a:lnTo>
                  <a:pt x="594266" y="294877"/>
                </a:lnTo>
                <a:lnTo>
                  <a:pt x="594266" y="1470543"/>
                </a:lnTo>
                <a:lnTo>
                  <a:pt x="0" y="1175666"/>
                </a:lnTo>
                <a:close/>
              </a:path>
            </a:pathLst>
          </a:custGeom>
          <a:noFill/>
          <a:ln cap="flat" cmpd="sng" w="19050">
            <a:solidFill>
              <a:schemeClr val="accent4"/>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287" name="Google Shape;287;p28"/>
          <p:cNvSpPr txBox="1"/>
          <p:nvPr>
            <p:ph idx="5" type="body"/>
          </p:nvPr>
        </p:nvSpPr>
        <p:spPr>
          <a:xfrm>
            <a:off x="7841641" y="2997378"/>
            <a:ext cx="794338" cy="2505291"/>
          </a:xfrm>
          <a:prstGeom prst="rect">
            <a:avLst/>
          </a:prstGeom>
          <a:gradFill>
            <a:gsLst>
              <a:gs pos="0">
                <a:srgbClr val="78E3DE"/>
              </a:gs>
              <a:gs pos="100000">
                <a:srgbClr val="00B2A9">
                  <a:alpha val="90196"/>
                </a:srgbClr>
              </a:gs>
            </a:gsLst>
            <a:lin ang="6900000" scaled="0"/>
          </a:gradFill>
          <a:ln cap="flat" cmpd="sng" w="19050">
            <a:solidFill>
              <a:srgbClr val="00B2A9"/>
            </a:solidFill>
            <a:prstDash val="solid"/>
            <a:miter lim="8000"/>
            <a:headEnd len="sm" w="sm" type="none"/>
            <a:tailEnd len="sm" w="sm" type="none"/>
          </a:ln>
          <a:effectLst>
            <a:outerShdw blurRad="190500" rotWithShape="0" algn="ctr">
              <a:srgbClr val="000000">
                <a:alpha val="25098"/>
              </a:srgbClr>
            </a:outerShdw>
          </a:effectLst>
        </p:spPr>
        <p:txBody>
          <a:bodyPr anchorCtr="0" anchor="ctr" bIns="0" lIns="0" spcFirstLastPara="1" rIns="0" wrap="square" tIns="0">
            <a:noAutofit/>
          </a:bodyPr>
          <a:lstStyle>
            <a:lvl1pPr indent="-234950" lvl="0" marL="457200" algn="l">
              <a:lnSpc>
                <a:spcPct val="100000"/>
              </a:lnSpc>
              <a:spcBef>
                <a:spcPts val="0"/>
              </a:spcBef>
              <a:spcAft>
                <a:spcPts val="0"/>
              </a:spcAft>
              <a:buClr>
                <a:srgbClr val="FFFFFF"/>
              </a:buClr>
              <a:buSzPts val="100"/>
              <a:buChar char="•"/>
              <a:defRPr b="0" i="0" sz="100" u="none" cap="none" strike="noStrike">
                <a:solidFill>
                  <a:srgbClr val="FFFFFF"/>
                </a:solidFill>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88" name="Google Shape;288;p28"/>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28"/>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0" name="Google Shape;290;p28"/>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291" name="Google Shape;291;p28"/>
          <p:cNvSpPr/>
          <p:nvPr/>
        </p:nvSpPr>
        <p:spPr>
          <a:xfrm>
            <a:off x="0" y="-1"/>
            <a:ext cx="46800" cy="6858001"/>
          </a:xfrm>
          <a:prstGeom prst="rect">
            <a:avLst/>
          </a:prstGeom>
          <a:gradFill>
            <a:gsLst>
              <a:gs pos="0">
                <a:srgbClr val="00B2A9"/>
              </a:gs>
              <a:gs pos="100000">
                <a:srgbClr val="2F2A95"/>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rgbClr val="2F2A95"/>
              </a:buClr>
              <a:buSzPts val="1800"/>
              <a:buFont typeface="Verdana"/>
              <a:buNone/>
            </a:pPr>
            <a:r>
              <a:t/>
            </a:r>
            <a:endParaRPr b="0" i="0" sz="1800" u="none" cap="none" strike="noStrike">
              <a:solidFill>
                <a:srgbClr val="000000"/>
              </a:solidFill>
              <a:latin typeface="Verdana"/>
              <a:ea typeface="Verdana"/>
              <a:cs typeface="Verdana"/>
              <a:sym typeface="Verdana"/>
            </a:endParaRPr>
          </a:p>
        </p:txBody>
      </p:sp>
      <p:grpSp>
        <p:nvGrpSpPr>
          <p:cNvPr id="292" name="Google Shape;292;p28"/>
          <p:cNvGrpSpPr/>
          <p:nvPr/>
        </p:nvGrpSpPr>
        <p:grpSpPr>
          <a:xfrm>
            <a:off x="11430001" y="476250"/>
            <a:ext cx="213430" cy="571500"/>
            <a:chOff x="4249" y="1683"/>
            <a:chExt cx="695" cy="1861"/>
          </a:xfrm>
        </p:grpSpPr>
        <p:sp>
          <p:nvSpPr>
            <p:cNvPr id="293" name="Google Shape;293;p28"/>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294" name="Google Shape;294;p28"/>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40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500"/>
                                        <p:tgtEl>
                                          <p:spTgt spid="2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500"/>
                                        <p:tgtEl>
                                          <p:spTgt spid="2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1"/>
                                        </p:tgtEl>
                                        <p:attrNameLst>
                                          <p:attrName>style.visibility</p:attrName>
                                        </p:attrNameLst>
                                      </p:cBhvr>
                                      <p:to>
                                        <p:strVal val="visible"/>
                                      </p:to>
                                    </p:set>
                                    <p:anim calcmode="lin" valueType="num">
                                      <p:cBhvr additive="base">
                                        <p:cTn dur="500"/>
                                        <p:tgtEl>
                                          <p:spTgt spid="28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2"/>
                                        </p:tgtEl>
                                        <p:attrNameLst>
                                          <p:attrName>style.visibility</p:attrName>
                                        </p:attrNameLst>
                                      </p:cBhvr>
                                      <p:to>
                                        <p:strVal val="visible"/>
                                      </p:to>
                                    </p:set>
                                    <p:anim calcmode="lin" valueType="num">
                                      <p:cBhvr additive="base">
                                        <p:cTn dur="500"/>
                                        <p:tgtEl>
                                          <p:spTgt spid="28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83"/>
                                        </p:tgtEl>
                                        <p:attrNameLst>
                                          <p:attrName>style.visibility</p:attrName>
                                        </p:attrNameLst>
                                      </p:cBhvr>
                                      <p:to>
                                        <p:strVal val="visible"/>
                                      </p:to>
                                    </p:set>
                                    <p:anim calcmode="lin" valueType="num">
                                      <p:cBhvr additive="base">
                                        <p:cTn dur="500"/>
                                        <p:tgtEl>
                                          <p:spTgt spid="28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40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40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500"/>
                                        <p:tgtEl>
                                          <p:spTgt spid="28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79"/>
                                        </p:tgtEl>
                                        <p:attrNameLst>
                                          <p:attrName>style.visibility</p:attrName>
                                        </p:attrNameLst>
                                      </p:cBhvr>
                                      <p:to>
                                        <p:strVal val="visible"/>
                                      </p:to>
                                    </p:set>
                                    <p:anim calcmode="lin" valueType="num">
                                      <p:cBhvr additive="base">
                                        <p:cTn dur="500"/>
                                        <p:tgtEl>
                                          <p:spTgt spid="279"/>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500"/>
                                  </p:stCondLst>
                                  <p:childTnLst>
                                    <p:set>
                                      <p:cBhvr>
                                        <p:cTn dur="1" fill="hold">
                                          <p:stCondLst>
                                            <p:cond delay="0"/>
                                          </p:stCondLst>
                                        </p:cTn>
                                        <p:tgtEl>
                                          <p:spTgt spid="276"/>
                                        </p:tgtEl>
                                        <p:attrNameLst>
                                          <p:attrName>style.visibility</p:attrName>
                                        </p:attrNameLst>
                                      </p:cBhvr>
                                      <p:to>
                                        <p:strVal val="visible"/>
                                      </p:to>
                                    </p:set>
                                    <p:animEffect filter="fade" transition="in">
                                      <p:cBhvr>
                                        <p:cTn dur="250"/>
                                        <p:tgtEl>
                                          <p:spTgt spid="276"/>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77"/>
                                        </p:tgtEl>
                                        <p:attrNameLst>
                                          <p:attrName>style.visibility</p:attrName>
                                        </p:attrNameLst>
                                      </p:cBhvr>
                                      <p:to>
                                        <p:strVal val="visible"/>
                                      </p:to>
                                    </p:set>
                                    <p:animEffect filter="fade" transition="in">
                                      <p:cBhvr>
                                        <p:cTn dur="250"/>
                                        <p:tgtEl>
                                          <p:spTgt spid="277"/>
                                        </p:tgtEl>
                                      </p:cBhvr>
                                    </p:animEffect>
                                  </p:childTnLst>
                                </p:cTn>
                              </p:par>
                            </p:childTnLst>
                          </p:cTn>
                        </p:par>
                        <p:par>
                          <p:cTn fill="hold">
                            <p:stCondLst>
                              <p:cond delay="750"/>
                            </p:stCondLst>
                            <p:childTnLst>
                              <p:par>
                                <p:cTn fill="hold" nodeType="afterEffect" presetClass="entr" presetID="10" presetSubtype="0">
                                  <p:stCondLst>
                                    <p:cond delay="500"/>
                                  </p:stCondLst>
                                  <p:childTnLst>
                                    <p:set>
                                      <p:cBhvr>
                                        <p:cTn dur="1" fill="hold">
                                          <p:stCondLst>
                                            <p:cond delay="0"/>
                                          </p:stCondLst>
                                        </p:cTn>
                                        <p:tgtEl>
                                          <p:spTgt spid="278"/>
                                        </p:tgtEl>
                                        <p:attrNameLst>
                                          <p:attrName>style.visibility</p:attrName>
                                        </p:attrNameLst>
                                      </p:cBhvr>
                                      <p:to>
                                        <p:strVal val="visible"/>
                                      </p:to>
                                    </p:set>
                                    <p:animEffect filter="fade" transition="in">
                                      <p:cBhvr>
                                        <p:cTn dur="250"/>
                                        <p:tgtEl>
                                          <p:spTgt spid="278"/>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30"/>
                                        <p:tgtEl>
                                          <p:spTgt spid="284"/>
                                        </p:tgtEl>
                                        <p:attrNameLst>
                                          <p:attrName>ppt_w</p:attrName>
                                        </p:attrNameLst>
                                      </p:cBhvr>
                                      <p:tavLst>
                                        <p:tav fmla="" tm="0">
                                          <p:val>
                                            <p:strVal val="0"/>
                                          </p:val>
                                        </p:tav>
                                        <p:tav fmla="" tm="100000">
                                          <p:val>
                                            <p:strVal val="#ppt_w"/>
                                          </p:val>
                                        </p:tav>
                                      </p:tavLst>
                                    </p:anim>
                                    <p:anim calcmode="lin" valueType="num">
                                      <p:cBhvr additive="base">
                                        <p:cTn dur="30"/>
                                        <p:tgtEl>
                                          <p:spTgt spid="28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ptop and Text">
  <p:cSld name="Laptop and Text">
    <p:spTree>
      <p:nvGrpSpPr>
        <p:cNvPr id="295" name="Shape 295"/>
        <p:cNvGrpSpPr/>
        <p:nvPr/>
      </p:nvGrpSpPr>
      <p:grpSpPr>
        <a:xfrm>
          <a:off x="0" y="0"/>
          <a:ext cx="0" cy="0"/>
          <a:chOff x="0" y="0"/>
          <a:chExt cx="0" cy="0"/>
        </a:xfrm>
      </p:grpSpPr>
      <p:sp>
        <p:nvSpPr>
          <p:cNvPr id="296" name="Google Shape;296;p29"/>
          <p:cNvSpPr txBox="1"/>
          <p:nvPr>
            <p:ph type="title"/>
          </p:nvPr>
        </p:nvSpPr>
        <p:spPr>
          <a:xfrm>
            <a:off x="546100" y="365125"/>
            <a:ext cx="10495943" cy="777875"/>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dk1"/>
              </a:buClr>
              <a:buSzPts val="28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29"/>
          <p:cNvSpPr txBox="1"/>
          <p:nvPr>
            <p:ph idx="1" type="body"/>
          </p:nvPr>
        </p:nvSpPr>
        <p:spPr>
          <a:xfrm>
            <a:off x="546100" y="1143000"/>
            <a:ext cx="11099799" cy="381001"/>
          </a:xfrm>
          <a:prstGeom prst="rect">
            <a:avLst/>
          </a:prstGeom>
          <a:noFill/>
          <a:ln>
            <a:noFill/>
          </a:ln>
        </p:spPr>
        <p:txBody>
          <a:bodyPr anchorCtr="0" anchor="ctr" bIns="0" lIns="0" spcFirstLastPara="1" rIns="0" wrap="square" tIns="0">
            <a:normAutofit/>
          </a:bodyPr>
          <a:lstStyle>
            <a:lvl1pPr indent="-228600" lvl="0" marL="457200" algn="l">
              <a:lnSpc>
                <a:spcPct val="100000"/>
              </a:lnSpc>
              <a:spcBef>
                <a:spcPts val="0"/>
              </a:spcBef>
              <a:spcAft>
                <a:spcPts val="0"/>
              </a:spcAft>
              <a:buClr>
                <a:schemeClr val="dk1"/>
              </a:buClr>
              <a:buSzPts val="1800"/>
              <a:buFont typeface="Verdana"/>
              <a:buNone/>
              <a:defRPr sz="1800">
                <a:latin typeface="Verdana"/>
                <a:ea typeface="Verdana"/>
                <a:cs typeface="Verdana"/>
                <a:sym typeface="Verdana"/>
              </a:defRPr>
            </a:lvl1pPr>
            <a:lvl2pPr indent="-228600" lvl="1" marL="914400" algn="l">
              <a:lnSpc>
                <a:spcPct val="100000"/>
              </a:lnSpc>
              <a:spcBef>
                <a:spcPts val="0"/>
              </a:spcBef>
              <a:spcAft>
                <a:spcPts val="0"/>
              </a:spcAft>
              <a:buClr>
                <a:schemeClr val="dk1"/>
              </a:buClr>
              <a:buSzPts val="1600"/>
              <a:buFont typeface="Verdana"/>
              <a:buNone/>
              <a:defRPr/>
            </a:lvl2pPr>
            <a:lvl3pPr indent="-228600" lvl="2" marL="1371600" algn="l">
              <a:lnSpc>
                <a:spcPct val="100000"/>
              </a:lnSpc>
              <a:spcBef>
                <a:spcPts val="0"/>
              </a:spcBef>
              <a:spcAft>
                <a:spcPts val="0"/>
              </a:spcAft>
              <a:buClr>
                <a:schemeClr val="dk1"/>
              </a:buClr>
              <a:buSzPts val="1400"/>
              <a:buFont typeface="Verdana"/>
              <a:buNone/>
              <a:defRPr/>
            </a:lvl3pPr>
            <a:lvl4pPr indent="-228600" lvl="3" marL="1828800" algn="l">
              <a:lnSpc>
                <a:spcPct val="100000"/>
              </a:lnSpc>
              <a:spcBef>
                <a:spcPts val="0"/>
              </a:spcBef>
              <a:spcAft>
                <a:spcPts val="0"/>
              </a:spcAft>
              <a:buClr>
                <a:schemeClr val="dk1"/>
              </a:buClr>
              <a:buSzPts val="1200"/>
              <a:buFont typeface="Verdana"/>
              <a:buNone/>
              <a:defRPr/>
            </a:lvl4pPr>
            <a:lvl5pPr indent="-228600" lvl="4" marL="2286000" algn="l">
              <a:lnSpc>
                <a:spcPct val="100000"/>
              </a:lnSpc>
              <a:spcBef>
                <a:spcPts val="0"/>
              </a:spcBef>
              <a:spcAft>
                <a:spcPts val="0"/>
              </a:spcAft>
              <a:buClr>
                <a:schemeClr val="dk1"/>
              </a:buClr>
              <a:buSzPts val="1200"/>
              <a:buFont typeface="Verdana"/>
              <a:buNone/>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98" name="Google Shape;298;p29"/>
          <p:cNvSpPr txBox="1"/>
          <p:nvPr>
            <p:ph idx="2" type="body"/>
          </p:nvPr>
        </p:nvSpPr>
        <p:spPr>
          <a:xfrm>
            <a:off x="546100" y="1649413"/>
            <a:ext cx="4076700" cy="4637087"/>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sz="1800"/>
            </a:lvl1pPr>
            <a:lvl2pPr indent="-317500" lvl="1" marL="914400" algn="l">
              <a:lnSpc>
                <a:spcPct val="100000"/>
              </a:lnSpc>
              <a:spcBef>
                <a:spcPts val="0"/>
              </a:spcBef>
              <a:spcAft>
                <a:spcPts val="0"/>
              </a:spcAft>
              <a:buClr>
                <a:schemeClr val="dk1"/>
              </a:buClr>
              <a:buSzPts val="1400"/>
              <a:buChar char="•"/>
              <a:defRPr sz="1400"/>
            </a:lvl2pPr>
            <a:lvl3pPr indent="-304800" lvl="2" marL="1371600" algn="l">
              <a:lnSpc>
                <a:spcPct val="100000"/>
              </a:lnSpc>
              <a:spcBef>
                <a:spcPts val="0"/>
              </a:spcBef>
              <a:spcAft>
                <a:spcPts val="0"/>
              </a:spcAft>
              <a:buClr>
                <a:schemeClr val="dk1"/>
              </a:buClr>
              <a:buSzPts val="1200"/>
              <a:buChar char="•"/>
              <a:defRPr sz="1200"/>
            </a:lvl3pPr>
            <a:lvl4pPr indent="-298450" lvl="3" marL="1828800" algn="l">
              <a:lnSpc>
                <a:spcPct val="100000"/>
              </a:lnSpc>
              <a:spcBef>
                <a:spcPts val="0"/>
              </a:spcBef>
              <a:spcAft>
                <a:spcPts val="0"/>
              </a:spcAft>
              <a:buClr>
                <a:schemeClr val="dk1"/>
              </a:buClr>
              <a:buSzPts val="1100"/>
              <a:buChar char="•"/>
              <a:defRPr sz="1100"/>
            </a:lvl4pPr>
            <a:lvl5pPr indent="-298450" lvl="4" marL="2286000" algn="l">
              <a:lnSpc>
                <a:spcPct val="100000"/>
              </a:lnSpc>
              <a:spcBef>
                <a:spcPts val="0"/>
              </a:spcBef>
              <a:spcAft>
                <a:spcPts val="0"/>
              </a:spcAft>
              <a:buClr>
                <a:schemeClr val="dk1"/>
              </a:buClr>
              <a:buSzPts val="1100"/>
              <a:buChar char="•"/>
              <a:defRPr sz="1100"/>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pic>
        <p:nvPicPr>
          <p:cNvPr id="299" name="Google Shape;299;p29"/>
          <p:cNvPicPr preferRelativeResize="0"/>
          <p:nvPr/>
        </p:nvPicPr>
        <p:blipFill rotWithShape="1">
          <a:blip r:embed="rId2">
            <a:alphaModFix/>
          </a:blip>
          <a:srcRect b="8712" l="5429" r="5429" t="8712"/>
          <a:stretch/>
        </p:blipFill>
        <p:spPr>
          <a:xfrm>
            <a:off x="4715436" y="1753534"/>
            <a:ext cx="6968564" cy="4303432"/>
          </a:xfrm>
          <a:prstGeom prst="rect">
            <a:avLst/>
          </a:prstGeom>
          <a:noFill/>
          <a:ln>
            <a:noFill/>
          </a:ln>
        </p:spPr>
      </p:pic>
      <p:sp>
        <p:nvSpPr>
          <p:cNvPr id="300" name="Google Shape;300;p29"/>
          <p:cNvSpPr/>
          <p:nvPr>
            <p:ph idx="3" type="pic"/>
          </p:nvPr>
        </p:nvSpPr>
        <p:spPr>
          <a:xfrm>
            <a:off x="5562600" y="2266950"/>
            <a:ext cx="5295900" cy="3309938"/>
          </a:xfrm>
          <a:prstGeom prst="round2SameRect">
            <a:avLst>
              <a:gd fmla="val 1822" name="adj1"/>
              <a:gd fmla="val 0" name="adj2"/>
            </a:avLst>
          </a:prstGeom>
          <a:solidFill>
            <a:schemeClr val="lt2"/>
          </a:solidFill>
          <a:ln>
            <a:noFill/>
          </a:ln>
          <a:effectLst>
            <a:outerShdw blurRad="254000" rotWithShape="0" algn="ctr">
              <a:srgbClr val="000000">
                <a:alpha val="20000"/>
              </a:srgbClr>
            </a:outerShdw>
          </a:effectLst>
        </p:spPr>
      </p:sp>
      <p:sp>
        <p:nvSpPr>
          <p:cNvPr id="301" name="Google Shape;301;p29"/>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29"/>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3" name="Google Shape;303;p29"/>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304" name="Google Shape;304;p29"/>
          <p:cNvSpPr/>
          <p:nvPr/>
        </p:nvSpPr>
        <p:spPr>
          <a:xfrm>
            <a:off x="0" y="-1"/>
            <a:ext cx="46800" cy="6858001"/>
          </a:xfrm>
          <a:prstGeom prst="rect">
            <a:avLst/>
          </a:prstGeom>
          <a:gradFill>
            <a:gsLst>
              <a:gs pos="0">
                <a:srgbClr val="00B2A9"/>
              </a:gs>
              <a:gs pos="100000">
                <a:srgbClr val="2F2A95"/>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rgbClr val="2F2A95"/>
              </a:buClr>
              <a:buSzPts val="1800"/>
              <a:buFont typeface="Verdana"/>
              <a:buNone/>
            </a:pPr>
            <a:r>
              <a:t/>
            </a:r>
            <a:endParaRPr b="0" i="0" sz="1800" u="none" cap="none" strike="noStrike">
              <a:solidFill>
                <a:srgbClr val="000000"/>
              </a:solidFill>
              <a:latin typeface="Verdana"/>
              <a:ea typeface="Verdana"/>
              <a:cs typeface="Verdana"/>
              <a:sym typeface="Verdana"/>
            </a:endParaRPr>
          </a:p>
        </p:txBody>
      </p:sp>
      <p:grpSp>
        <p:nvGrpSpPr>
          <p:cNvPr id="305" name="Google Shape;305;p29"/>
          <p:cNvGrpSpPr/>
          <p:nvPr/>
        </p:nvGrpSpPr>
        <p:grpSpPr>
          <a:xfrm>
            <a:off x="11430001" y="476250"/>
            <a:ext cx="213430" cy="571500"/>
            <a:chOff x="4249" y="1683"/>
            <a:chExt cx="695" cy="1861"/>
          </a:xfrm>
        </p:grpSpPr>
        <p:sp>
          <p:nvSpPr>
            <p:cNvPr id="306" name="Google Shape;306;p29"/>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sp>
          <p:nvSpPr>
            <p:cNvPr id="307" name="Google Shape;307;p29"/>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Verdana"/>
                <a:ea typeface="Verdana"/>
                <a:cs typeface="Verdana"/>
                <a:sym typeface="Verdan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icture)" showMasterSp="0">
  <p:cSld name="Thank You (Picture)">
    <p:spTree>
      <p:nvGrpSpPr>
        <p:cNvPr id="308" name="Shape 308"/>
        <p:cNvGrpSpPr/>
        <p:nvPr/>
      </p:nvGrpSpPr>
      <p:grpSpPr>
        <a:xfrm>
          <a:off x="0" y="0"/>
          <a:ext cx="0" cy="0"/>
          <a:chOff x="0" y="0"/>
          <a:chExt cx="0" cy="0"/>
        </a:xfrm>
      </p:grpSpPr>
      <p:sp>
        <p:nvSpPr>
          <p:cNvPr id="309" name="Google Shape;309;p30"/>
          <p:cNvSpPr txBox="1"/>
          <p:nvPr>
            <p:ph type="title"/>
          </p:nvPr>
        </p:nvSpPr>
        <p:spPr>
          <a:xfrm>
            <a:off x="546100" y="1524001"/>
            <a:ext cx="5486400" cy="231775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accent4"/>
              </a:buClr>
              <a:buSzPts val="4400"/>
              <a:buFont typeface="Verdana"/>
              <a:buNone/>
              <a:defRPr sz="44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0" name="Google Shape;310;p30"/>
          <p:cNvSpPr txBox="1"/>
          <p:nvPr>
            <p:ph idx="1" type="body"/>
          </p:nvPr>
        </p:nvSpPr>
        <p:spPr>
          <a:xfrm>
            <a:off x="546100" y="3967163"/>
            <a:ext cx="5486400" cy="122237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2"/>
              </a:buClr>
              <a:buSzPts val="2160"/>
              <a:buFont typeface="Verdana"/>
              <a:buNone/>
              <a:defRPr sz="1800">
                <a:solidFill>
                  <a:schemeClr val="dk1"/>
                </a:solidFill>
              </a:defRPr>
            </a:lvl1pPr>
            <a:lvl2pPr indent="-228600" lvl="1" marL="914400" algn="l">
              <a:lnSpc>
                <a:spcPct val="100000"/>
              </a:lnSpc>
              <a:spcBef>
                <a:spcPts val="0"/>
              </a:spcBef>
              <a:spcAft>
                <a:spcPts val="0"/>
              </a:spcAft>
              <a:buClr>
                <a:schemeClr val="dk1"/>
              </a:buClr>
              <a:buSzPts val="1600"/>
              <a:buNone/>
              <a:defRPr/>
            </a:lvl2pPr>
            <a:lvl3pPr indent="-228600" lvl="2" marL="1371600" algn="l">
              <a:lnSpc>
                <a:spcPct val="100000"/>
              </a:lnSpc>
              <a:spcBef>
                <a:spcPts val="0"/>
              </a:spcBef>
              <a:spcAft>
                <a:spcPts val="0"/>
              </a:spcAft>
              <a:buClr>
                <a:schemeClr val="dk1"/>
              </a:buClr>
              <a:buSzPts val="1400"/>
              <a:buNone/>
              <a:defRPr/>
            </a:lvl3pPr>
            <a:lvl4pPr indent="-228600" lvl="3" marL="1828800" algn="l">
              <a:lnSpc>
                <a:spcPct val="100000"/>
              </a:lnSpc>
              <a:spcBef>
                <a:spcPts val="0"/>
              </a:spcBef>
              <a:spcAft>
                <a:spcPts val="0"/>
              </a:spcAft>
              <a:buClr>
                <a:schemeClr val="dk1"/>
              </a:buClr>
              <a:buSzPts val="1200"/>
              <a:buNone/>
              <a:defRPr/>
            </a:lvl4pPr>
            <a:lvl5pPr indent="-228600" lvl="4" marL="2286000" algn="l">
              <a:lnSpc>
                <a:spcPct val="100000"/>
              </a:lnSpc>
              <a:spcBef>
                <a:spcPts val="0"/>
              </a:spcBef>
              <a:spcAft>
                <a:spcPts val="0"/>
              </a:spcAft>
              <a:buClr>
                <a:schemeClr val="dk1"/>
              </a:buClr>
              <a:buSzPts val="1200"/>
              <a:buFont typeface="Verdana"/>
              <a:buNone/>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311" name="Google Shape;311;p30"/>
          <p:cNvSpPr/>
          <p:nvPr>
            <p:ph idx="2" type="pic"/>
          </p:nvPr>
        </p:nvSpPr>
        <p:spPr>
          <a:xfrm>
            <a:off x="7051072" y="-507998"/>
            <a:ext cx="3576255" cy="8052777"/>
          </a:xfrm>
          <a:prstGeom prst="rect">
            <a:avLst/>
          </a:prstGeom>
          <a:solidFill>
            <a:schemeClr val="lt2"/>
          </a:solidFill>
          <a:ln>
            <a:noFill/>
          </a:ln>
          <a:effectLst>
            <a:outerShdw blurRad="254000" rotWithShape="0" algn="ctr">
              <a:srgbClr val="000000">
                <a:alpha val="20000"/>
              </a:srgbClr>
            </a:outerShdw>
          </a:effectLst>
        </p:spPr>
      </p:sp>
      <p:sp>
        <p:nvSpPr>
          <p:cNvPr id="312" name="Google Shape;312;p30"/>
          <p:cNvSpPr/>
          <p:nvPr/>
        </p:nvSpPr>
        <p:spPr>
          <a:xfrm>
            <a:off x="6170353" y="4635500"/>
            <a:ext cx="557347" cy="1651000"/>
          </a:xfrm>
          <a:custGeom>
            <a:rect b="b" l="l" r="r" t="t"/>
            <a:pathLst>
              <a:path extrusionOk="0" h="8977922" w="3030784">
                <a:moveTo>
                  <a:pt x="0" y="0"/>
                </a:moveTo>
                <a:lnTo>
                  <a:pt x="3030784" y="1503885"/>
                </a:lnTo>
                <a:lnTo>
                  <a:pt x="3030784" y="8977922"/>
                </a:lnTo>
                <a:lnTo>
                  <a:pt x="0" y="7474037"/>
                </a:lnTo>
                <a:close/>
              </a:path>
            </a:pathLst>
          </a:custGeom>
          <a:noFill/>
          <a:ln cap="flat" cmpd="sng" w="19050">
            <a:solidFill>
              <a:schemeClr val="accent4"/>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457" u="none" cap="none" strike="noStrike">
              <a:solidFill>
                <a:srgbClr val="FFFFFF"/>
              </a:solidFill>
              <a:latin typeface="Verdana"/>
              <a:ea typeface="Verdana"/>
              <a:cs typeface="Verdana"/>
              <a:sym typeface="Verdana"/>
            </a:endParaRPr>
          </a:p>
        </p:txBody>
      </p:sp>
      <p:sp>
        <p:nvSpPr>
          <p:cNvPr id="313" name="Google Shape;313;p30"/>
          <p:cNvSpPr/>
          <p:nvPr/>
        </p:nvSpPr>
        <p:spPr>
          <a:xfrm>
            <a:off x="11106220" y="4470400"/>
            <a:ext cx="539680" cy="1816100"/>
          </a:xfrm>
          <a:custGeom>
            <a:rect b="b" l="l" r="r" t="t"/>
            <a:pathLst>
              <a:path extrusionOk="0" h="2362201" w="701962">
                <a:moveTo>
                  <a:pt x="0" y="0"/>
                </a:moveTo>
                <a:lnTo>
                  <a:pt x="701962" y="348316"/>
                </a:lnTo>
                <a:lnTo>
                  <a:pt x="701962" y="780116"/>
                </a:lnTo>
                <a:lnTo>
                  <a:pt x="701962" y="1930401"/>
                </a:lnTo>
                <a:lnTo>
                  <a:pt x="701962" y="2362201"/>
                </a:lnTo>
                <a:lnTo>
                  <a:pt x="0" y="2013886"/>
                </a:lnTo>
                <a:lnTo>
                  <a:pt x="0" y="1582086"/>
                </a:lnTo>
                <a:lnTo>
                  <a:pt x="0" y="431800"/>
                </a:lnTo>
                <a:close/>
              </a:path>
            </a:pathLst>
          </a:custGeom>
          <a:gradFill>
            <a:gsLst>
              <a:gs pos="0">
                <a:srgbClr val="78E3DE"/>
              </a:gs>
              <a:gs pos="100000">
                <a:srgbClr val="00B2A9">
                  <a:alpha val="90196"/>
                </a:srgbClr>
              </a:gs>
            </a:gsLst>
            <a:lin ang="6900000" scaled="0"/>
          </a:gradFill>
          <a:ln cap="flat" cmpd="sng" w="19050">
            <a:solidFill>
              <a:srgbClr val="00B2A9"/>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1200"/>
              <a:buFont typeface="Verdana"/>
              <a:buNone/>
            </a:pPr>
            <a:r>
              <a:t/>
            </a:r>
            <a:endParaRPr b="0" i="0" sz="1200" u="none" cap="none" strike="noStrike">
              <a:solidFill>
                <a:srgbClr val="FFFFFF"/>
              </a:solidFill>
              <a:latin typeface="Verdana"/>
              <a:ea typeface="Verdana"/>
              <a:cs typeface="Verdana"/>
              <a:sym typeface="Verdana"/>
            </a:endParaRPr>
          </a:p>
        </p:txBody>
      </p:sp>
      <p:sp>
        <p:nvSpPr>
          <p:cNvPr id="314" name="Google Shape;314;p30"/>
          <p:cNvSpPr txBox="1"/>
          <p:nvPr>
            <p:ph idx="3" type="body"/>
          </p:nvPr>
        </p:nvSpPr>
        <p:spPr>
          <a:xfrm>
            <a:off x="10375900" y="698500"/>
            <a:ext cx="557347" cy="1651000"/>
          </a:xfrm>
          <a:prstGeom prst="rect">
            <a:avLst/>
          </a:prstGeom>
          <a:noFill/>
          <a:ln cap="flat" cmpd="sng" w="19050">
            <a:solidFill>
              <a:schemeClr val="dk2"/>
            </a:solidFill>
            <a:prstDash val="solid"/>
            <a:miter lim="8000"/>
            <a:headEnd len="sm" w="sm" type="none"/>
            <a:tailEnd len="sm" w="sm" type="none"/>
          </a:ln>
          <a:effectLst>
            <a:outerShdw blurRad="127000" rotWithShape="0" algn="ctr">
              <a:srgbClr val="000000">
                <a:alpha val="25098"/>
              </a:srgbClr>
            </a:outerShdw>
          </a:effectLst>
        </p:spPr>
        <p:txBody>
          <a:bodyPr anchorCtr="0" anchor="ctr" bIns="74100" lIns="148200" spcFirstLastPara="1" rIns="148200" wrap="square" tIns="74100">
            <a:noAutofit/>
          </a:bodyPr>
          <a:lstStyle>
            <a:lvl1pPr indent="-228600" lvl="0" marL="457200" algn="l">
              <a:lnSpc>
                <a:spcPct val="100000"/>
              </a:lnSpc>
              <a:spcBef>
                <a:spcPts val="0"/>
              </a:spcBef>
              <a:spcAft>
                <a:spcPts val="0"/>
              </a:spcAft>
              <a:buClr>
                <a:srgbClr val="FFFFFF"/>
              </a:buClr>
              <a:buSzPts val="100"/>
              <a:buFont typeface="Verdana"/>
              <a:buNone/>
              <a:defRPr b="0" i="0" sz="100" u="none" cap="none" strike="noStrike">
                <a:solidFill>
                  <a:srgbClr val="FFFFFF"/>
                </a:solidFill>
                <a:latin typeface="Verdana"/>
                <a:ea typeface="Verdana"/>
                <a:cs typeface="Verdana"/>
                <a:sym typeface="Verdana"/>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315" name="Google Shape;315;p30"/>
          <p:cNvSpPr txBox="1"/>
          <p:nvPr>
            <p:ph idx="4" type="body"/>
          </p:nvPr>
        </p:nvSpPr>
        <p:spPr>
          <a:xfrm>
            <a:off x="6819332" y="2298700"/>
            <a:ext cx="539680" cy="1816100"/>
          </a:xfrm>
          <a:prstGeom prst="rect">
            <a:avLst/>
          </a:prstGeom>
          <a:gradFill>
            <a:gsLst>
              <a:gs pos="0">
                <a:srgbClr val="92C0E9"/>
              </a:gs>
              <a:gs pos="100000">
                <a:srgbClr val="2D288F">
                  <a:alpha val="90196"/>
                </a:srgbClr>
              </a:gs>
            </a:gsLst>
            <a:lin ang="6900000" scaled="0"/>
          </a:gradFill>
          <a:ln cap="flat" cmpd="sng" w="19050">
            <a:solidFill>
              <a:srgbClr val="92C0E9"/>
            </a:solidFill>
            <a:prstDash val="solid"/>
            <a:miter lim="8000"/>
            <a:headEnd len="sm" w="sm" type="none"/>
            <a:tailEnd len="sm" w="sm" type="none"/>
          </a:ln>
          <a:effectLst>
            <a:outerShdw blurRad="190500" rotWithShape="0" algn="ctr">
              <a:srgbClr val="000000">
                <a:alpha val="25098"/>
              </a:srgbClr>
            </a:outerShdw>
          </a:effectLst>
        </p:spPr>
        <p:txBody>
          <a:bodyPr anchorCtr="0" anchor="ctr" bIns="0" lIns="0" spcFirstLastPara="1" rIns="0" wrap="square" tIns="0">
            <a:noAutofit/>
          </a:bodyPr>
          <a:lstStyle>
            <a:lvl1pPr indent="-228600" lvl="0" marL="457200" algn="l">
              <a:lnSpc>
                <a:spcPct val="100000"/>
              </a:lnSpc>
              <a:spcBef>
                <a:spcPts val="0"/>
              </a:spcBef>
              <a:spcAft>
                <a:spcPts val="0"/>
              </a:spcAft>
              <a:buClr>
                <a:srgbClr val="FFFFFF"/>
              </a:buClr>
              <a:buSzPts val="100"/>
              <a:buFont typeface="Verdana"/>
              <a:buNone/>
              <a:defRPr b="0" i="0" sz="100" u="none" cap="none" strike="noStrike">
                <a:solidFill>
                  <a:srgbClr val="FFFFFF"/>
                </a:solidFill>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316" name="Google Shape;316;p30"/>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30"/>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30"/>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
        <p:nvSpPr>
          <p:cNvPr id="319" name="Google Shape;319;p30"/>
          <p:cNvSpPr/>
          <p:nvPr/>
        </p:nvSpPr>
        <p:spPr>
          <a:xfrm>
            <a:off x="570977" y="459740"/>
            <a:ext cx="2219325" cy="59182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309"/>
                                        </p:tgtEl>
                                        <p:attrNameLst>
                                          <p:attrName>style.visibility</p:attrName>
                                        </p:attrNameLst>
                                      </p:cBhvr>
                                      <p:to>
                                        <p:strVal val="visible"/>
                                      </p:to>
                                    </p:set>
                                    <p:animEffect filter="fade" transition="in">
                                      <p:cBhvr>
                                        <p:cTn dur="250"/>
                                        <p:tgtEl>
                                          <p:spTgt spid="309"/>
                                        </p:tgtEl>
                                      </p:cBhvr>
                                    </p:animEffect>
                                  </p:childTnLst>
                                </p:cTn>
                              </p:par>
                            </p:childTnLst>
                          </p:cTn>
                        </p:par>
                        <p:par>
                          <p:cTn fill="hold">
                            <p:stCondLst>
                              <p:cond delay="250"/>
                            </p:stCondLst>
                            <p:childTnLst>
                              <p:par>
                                <p:cTn fill="hold" nodeType="afterEffect" presetClass="entr" presetID="10" presetSubtype="0">
                                  <p:stCondLst>
                                    <p:cond delay="500"/>
                                  </p:stCondLst>
                                  <p:childTnLst>
                                    <p:set>
                                      <p:cBhvr>
                                        <p:cTn dur="1" fill="hold">
                                          <p:stCondLst>
                                            <p:cond delay="0"/>
                                          </p:stCondLst>
                                        </p:cTn>
                                        <p:tgtEl>
                                          <p:spTgt spid="310"/>
                                        </p:tgtEl>
                                        <p:attrNameLst>
                                          <p:attrName>style.visibility</p:attrName>
                                        </p:attrNameLst>
                                      </p:cBhvr>
                                      <p:to>
                                        <p:strVal val="visible"/>
                                      </p:to>
                                    </p:set>
                                    <p:animEffect filter="fade" transition="in">
                                      <p:cBhvr>
                                        <p:cTn dur="250"/>
                                        <p:tgtEl>
                                          <p:spTgt spid="310"/>
                                        </p:tgtEl>
                                      </p:cBhvr>
                                    </p:animEffect>
                                  </p:childTnLst>
                                </p:cTn>
                              </p:par>
                            </p:childTnLst>
                          </p:cTn>
                        </p:par>
                        <p:par>
                          <p:cTn fill="hold">
                            <p:stCondLst>
                              <p:cond delay="500"/>
                            </p:stCondLst>
                            <p:childTnLst>
                              <p:par>
                                <p:cTn fill="hold" nodeType="afterEffect" presetClass="entr" presetID="2" presetSubtype="4">
                                  <p:stCondLst>
                                    <p:cond delay="0"/>
                                  </p:stCondLst>
                                  <p:childTnLst>
                                    <p:set>
                                      <p:cBhvr>
                                        <p:cTn dur="1" fill="hold">
                                          <p:stCondLst>
                                            <p:cond delay="0"/>
                                          </p:stCondLst>
                                        </p:cTn>
                                        <p:tgtEl>
                                          <p:spTgt spid="312"/>
                                        </p:tgtEl>
                                        <p:attrNameLst>
                                          <p:attrName>style.visibility</p:attrName>
                                        </p:attrNameLst>
                                      </p:cBhvr>
                                      <p:to>
                                        <p:strVal val="visible"/>
                                      </p:to>
                                    </p:set>
                                    <p:anim calcmode="lin" valueType="num">
                                      <p:cBhvr additive="base">
                                        <p:cTn dur="1000"/>
                                        <p:tgtEl>
                                          <p:spTgt spid="3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1000"/>
                                        <p:tgtEl>
                                          <p:spTgt spid="31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4"/>
                                        </p:tgtEl>
                                        <p:attrNameLst>
                                          <p:attrName>style.visibility</p:attrName>
                                        </p:attrNameLst>
                                      </p:cBhvr>
                                      <p:to>
                                        <p:strVal val="visible"/>
                                      </p:to>
                                    </p:set>
                                    <p:anim calcmode="lin" valueType="num">
                                      <p:cBhvr additive="base">
                                        <p:cTn dur="1000"/>
                                        <p:tgtEl>
                                          <p:spTgt spid="31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315"/>
                                        </p:tgtEl>
                                        <p:attrNameLst>
                                          <p:attrName>style.visibility</p:attrName>
                                        </p:attrNameLst>
                                      </p:cBhvr>
                                      <p:to>
                                        <p:strVal val="visible"/>
                                      </p:to>
                                    </p:set>
                                    <p:anim calcmode="lin" valueType="num">
                                      <p:cBhvr additive="base">
                                        <p:cTn dur="1000"/>
                                        <p:tgtEl>
                                          <p:spTgt spid="31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1"/>
                                        </p:tgtEl>
                                        <p:attrNameLst>
                                          <p:attrName>style.visibility</p:attrName>
                                        </p:attrNameLst>
                                      </p:cBhvr>
                                      <p:to>
                                        <p:strVal val="visible"/>
                                      </p:to>
                                    </p:set>
                                    <p:anim calcmode="lin" valueType="num">
                                      <p:cBhvr additive="base">
                                        <p:cTn dur="1000"/>
                                        <p:tgtEl>
                                          <p:spTgt spid="31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320" name="Shape 320"/>
        <p:cNvGrpSpPr/>
        <p:nvPr/>
      </p:nvGrpSpPr>
      <p:grpSpPr>
        <a:xfrm>
          <a:off x="0" y="0"/>
          <a:ext cx="0" cy="0"/>
          <a:chOff x="0" y="0"/>
          <a:chExt cx="0" cy="0"/>
        </a:xfrm>
      </p:grpSpPr>
      <p:sp>
        <p:nvSpPr>
          <p:cNvPr id="321" name="Google Shape;321;p31"/>
          <p:cNvSpPr/>
          <p:nvPr/>
        </p:nvSpPr>
        <p:spPr>
          <a:xfrm>
            <a:off x="0" y="0"/>
            <a:ext cx="12192000" cy="6858001"/>
          </a:xfrm>
          <a:custGeom>
            <a:rect b="b" l="l" r="r" t="t"/>
            <a:pathLst>
              <a:path extrusionOk="0" h="6858001" w="12192000">
                <a:moveTo>
                  <a:pt x="0" y="0"/>
                </a:moveTo>
                <a:lnTo>
                  <a:pt x="5154384" y="0"/>
                </a:lnTo>
                <a:lnTo>
                  <a:pt x="12192000" y="3506141"/>
                </a:lnTo>
                <a:lnTo>
                  <a:pt x="12192000" y="6858001"/>
                </a:lnTo>
                <a:lnTo>
                  <a:pt x="6882103" y="6858001"/>
                </a:lnTo>
                <a:lnTo>
                  <a:pt x="0" y="3429337"/>
                </a:lnTo>
                <a:close/>
              </a:path>
            </a:pathLst>
          </a:custGeom>
          <a:gradFill>
            <a:gsLst>
              <a:gs pos="0">
                <a:srgbClr val="FFFFFF"/>
              </a:gs>
              <a:gs pos="62000">
                <a:schemeClr val="lt2"/>
              </a:gs>
              <a:gs pos="98165">
                <a:srgbClr val="D9D9D9"/>
              </a:gs>
              <a:gs pos="100000">
                <a:srgbClr val="D9D9D9"/>
              </a:gs>
            </a:gsLst>
            <a:lin ang="3600000" scaled="0"/>
          </a:gradFill>
          <a:ln>
            <a:noFill/>
          </a:ln>
        </p:spPr>
        <p:txBody>
          <a:bodyPr anchorCtr="0" anchor="t" bIns="90000" lIns="91425" spcFirstLastPara="1" rIns="91425" wrap="square" tIns="90000">
            <a:noAutofit/>
          </a:bodyPr>
          <a:lstStyle/>
          <a:p>
            <a:pPr indent="0" lvl="0" marL="0" marR="0" rtl="0" algn="l">
              <a:spcBef>
                <a:spcPts val="0"/>
              </a:spcBef>
              <a:spcAft>
                <a:spcPts val="0"/>
              </a:spcAft>
              <a:buNone/>
            </a:pPr>
            <a:r>
              <a:t/>
            </a:r>
            <a:endParaRPr sz="1800">
              <a:solidFill>
                <a:schemeClr val="lt1"/>
              </a:solidFill>
              <a:latin typeface="Verdana"/>
              <a:ea typeface="Verdana"/>
              <a:cs typeface="Verdana"/>
              <a:sym typeface="Verdana"/>
            </a:endParaRPr>
          </a:p>
        </p:txBody>
      </p:sp>
      <p:sp>
        <p:nvSpPr>
          <p:cNvPr id="322" name="Google Shape;322;p31"/>
          <p:cNvSpPr txBox="1"/>
          <p:nvPr>
            <p:ph type="title"/>
          </p:nvPr>
        </p:nvSpPr>
        <p:spPr>
          <a:xfrm>
            <a:off x="3352800" y="2744788"/>
            <a:ext cx="5486400" cy="1096962"/>
          </a:xfrm>
          <a:prstGeom prst="rect">
            <a:avLst/>
          </a:prstGeom>
          <a:noFill/>
          <a:ln>
            <a:noFill/>
          </a:ln>
        </p:spPr>
        <p:txBody>
          <a:bodyPr anchorCtr="0" anchor="b" bIns="0" lIns="0" spcFirstLastPara="1" rIns="0" wrap="square" tIns="0">
            <a:normAutofit/>
          </a:bodyPr>
          <a:lstStyle>
            <a:lvl1pPr lvl="0" algn="ctr">
              <a:lnSpc>
                <a:spcPct val="100000"/>
              </a:lnSpc>
              <a:spcBef>
                <a:spcPts val="0"/>
              </a:spcBef>
              <a:spcAft>
                <a:spcPts val="0"/>
              </a:spcAft>
              <a:buClr>
                <a:schemeClr val="accent4"/>
              </a:buClr>
              <a:buSzPts val="4400"/>
              <a:buFont typeface="Verdana"/>
              <a:buNone/>
              <a:defRPr sz="44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31"/>
          <p:cNvSpPr txBox="1"/>
          <p:nvPr>
            <p:ph idx="1" type="body"/>
          </p:nvPr>
        </p:nvSpPr>
        <p:spPr>
          <a:xfrm>
            <a:off x="3365500" y="3967162"/>
            <a:ext cx="5461000" cy="1096963"/>
          </a:xfrm>
          <a:prstGeom prst="rect">
            <a:avLst/>
          </a:prstGeom>
          <a:noFill/>
          <a:ln>
            <a:noFill/>
          </a:ln>
        </p:spPr>
        <p:txBody>
          <a:bodyPr anchorCtr="0" anchor="t" bIns="0" lIns="0" spcFirstLastPara="1" rIns="0" wrap="square" tIns="0">
            <a:normAutofit/>
          </a:bodyPr>
          <a:lstStyle>
            <a:lvl1pPr indent="-228600" lvl="0" marL="457200" algn="ctr">
              <a:lnSpc>
                <a:spcPct val="100000"/>
              </a:lnSpc>
              <a:spcBef>
                <a:spcPts val="0"/>
              </a:spcBef>
              <a:spcAft>
                <a:spcPts val="0"/>
              </a:spcAft>
              <a:buClr>
                <a:schemeClr val="dk1"/>
              </a:buClr>
              <a:buSzPts val="1800"/>
              <a:buNone/>
              <a:defRPr sz="1800">
                <a:solidFill>
                  <a:schemeClr val="dk1"/>
                </a:solidFill>
              </a:defRPr>
            </a:lvl1pPr>
            <a:lvl2pPr indent="-228600" lvl="1" marL="914400" algn="l">
              <a:lnSpc>
                <a:spcPct val="100000"/>
              </a:lnSpc>
              <a:spcBef>
                <a:spcPts val="0"/>
              </a:spcBef>
              <a:spcAft>
                <a:spcPts val="0"/>
              </a:spcAft>
              <a:buClr>
                <a:schemeClr val="dk1"/>
              </a:buClr>
              <a:buSzPts val="1600"/>
              <a:buNone/>
              <a:defRPr/>
            </a:lvl2pPr>
            <a:lvl3pPr indent="-228600" lvl="2" marL="1371600" algn="l">
              <a:lnSpc>
                <a:spcPct val="100000"/>
              </a:lnSpc>
              <a:spcBef>
                <a:spcPts val="0"/>
              </a:spcBef>
              <a:spcAft>
                <a:spcPts val="0"/>
              </a:spcAft>
              <a:buClr>
                <a:schemeClr val="dk1"/>
              </a:buClr>
              <a:buSzPts val="1400"/>
              <a:buNone/>
              <a:defRPr/>
            </a:lvl3pPr>
            <a:lvl4pPr indent="-228600" lvl="3" marL="1828800" algn="l">
              <a:lnSpc>
                <a:spcPct val="100000"/>
              </a:lnSpc>
              <a:spcBef>
                <a:spcPts val="0"/>
              </a:spcBef>
              <a:spcAft>
                <a:spcPts val="0"/>
              </a:spcAft>
              <a:buClr>
                <a:schemeClr val="dk1"/>
              </a:buClr>
              <a:buSzPts val="1200"/>
              <a:buNone/>
              <a:defRPr/>
            </a:lvl4pPr>
            <a:lvl5pPr indent="-228600" lvl="4" marL="2286000" algn="l">
              <a:lnSpc>
                <a:spcPct val="100000"/>
              </a:lnSpc>
              <a:spcBef>
                <a:spcPts val="0"/>
              </a:spcBef>
              <a:spcAft>
                <a:spcPts val="0"/>
              </a:spcAft>
              <a:buClr>
                <a:schemeClr val="dk1"/>
              </a:buClr>
              <a:buSzPts val="1200"/>
              <a:buFont typeface="Verdana"/>
              <a:buNone/>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324" name="Google Shape;324;p31"/>
          <p:cNvSpPr/>
          <p:nvPr/>
        </p:nvSpPr>
        <p:spPr>
          <a:xfrm>
            <a:off x="5024438" y="1917866"/>
            <a:ext cx="2143123" cy="571499"/>
          </a:xfrm>
          <a:prstGeom prst="rect">
            <a:avLst/>
          </a:prstGeom>
          <a:noFill/>
          <a:ln>
            <a:noFill/>
          </a:ln>
        </p:spPr>
      </p:sp>
      <p:sp>
        <p:nvSpPr>
          <p:cNvPr id="325" name="Google Shape;325;p31"/>
          <p:cNvSpPr/>
          <p:nvPr/>
        </p:nvSpPr>
        <p:spPr>
          <a:xfrm>
            <a:off x="4673477" y="-1606807"/>
            <a:ext cx="768600" cy="2559751"/>
          </a:xfrm>
          <a:custGeom>
            <a:rect b="b" l="l" r="r" t="t"/>
            <a:pathLst>
              <a:path extrusionOk="0" h="2559751" w="768600">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cap="flat" cmpd="sng" w="19050">
            <a:solidFill>
              <a:schemeClr val="dk2">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26" name="Google Shape;326;p31"/>
          <p:cNvSpPr/>
          <p:nvPr/>
        </p:nvSpPr>
        <p:spPr>
          <a:xfrm>
            <a:off x="4290023" y="-1372867"/>
            <a:ext cx="768600" cy="2559751"/>
          </a:xfrm>
          <a:custGeom>
            <a:rect b="b" l="l" r="r" t="t"/>
            <a:pathLst>
              <a:path extrusionOk="0" h="2559751" w="768600">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cap="flat" cmpd="sng" w="19050">
            <a:solidFill>
              <a:schemeClr val="dk2">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27" name="Google Shape;327;p31"/>
          <p:cNvSpPr/>
          <p:nvPr/>
        </p:nvSpPr>
        <p:spPr>
          <a:xfrm>
            <a:off x="3906565" y="-1138927"/>
            <a:ext cx="768600" cy="2559751"/>
          </a:xfrm>
          <a:custGeom>
            <a:rect b="b" l="l" r="r" t="t"/>
            <a:pathLst>
              <a:path extrusionOk="0" h="2559751" w="768600">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cap="flat" cmpd="sng" w="19050">
            <a:solidFill>
              <a:schemeClr val="dk2">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28" name="Google Shape;328;p31"/>
          <p:cNvSpPr/>
          <p:nvPr/>
        </p:nvSpPr>
        <p:spPr>
          <a:xfrm>
            <a:off x="3523107" y="-904987"/>
            <a:ext cx="768600" cy="2559751"/>
          </a:xfrm>
          <a:custGeom>
            <a:rect b="b" l="l" r="r" t="t"/>
            <a:pathLst>
              <a:path extrusionOk="0" h="2559751" w="768600">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cap="flat" cmpd="sng" w="19050">
            <a:solidFill>
              <a:schemeClr val="accent2">
                <a:alpha val="47843"/>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29" name="Google Shape;329;p31"/>
          <p:cNvSpPr/>
          <p:nvPr/>
        </p:nvSpPr>
        <p:spPr>
          <a:xfrm>
            <a:off x="3139649" y="-671047"/>
            <a:ext cx="768600" cy="2559751"/>
          </a:xfrm>
          <a:custGeom>
            <a:rect b="b" l="l" r="r" t="t"/>
            <a:pathLst>
              <a:path extrusionOk="0" h="2559751" w="768600">
                <a:moveTo>
                  <a:pt x="0" y="0"/>
                </a:moveTo>
                <a:lnTo>
                  <a:pt x="768600" y="381382"/>
                </a:lnTo>
                <a:lnTo>
                  <a:pt x="768600" y="507334"/>
                </a:lnTo>
                <a:lnTo>
                  <a:pt x="768600" y="2433799"/>
                </a:lnTo>
                <a:lnTo>
                  <a:pt x="768600" y="2559751"/>
                </a:lnTo>
                <a:lnTo>
                  <a:pt x="0" y="2178369"/>
                </a:lnTo>
                <a:lnTo>
                  <a:pt x="0" y="2052417"/>
                </a:lnTo>
                <a:lnTo>
                  <a:pt x="0" y="125952"/>
                </a:lnTo>
                <a:close/>
              </a:path>
            </a:pathLst>
          </a:custGeom>
          <a:gradFill>
            <a:gsLst>
              <a:gs pos="0">
                <a:srgbClr val="C5B4E2">
                  <a:alpha val="34902"/>
                </a:srgbClr>
              </a:gs>
              <a:gs pos="100000">
                <a:srgbClr val="2F2A95">
                  <a:alpha val="56078"/>
                </a:srgbClr>
              </a:gs>
            </a:gsLst>
            <a:lin ang="6900000" scaled="0"/>
          </a:gradFill>
          <a:ln cap="flat" cmpd="sng" w="19050">
            <a:solidFill>
              <a:srgbClr val="C5B4E2">
                <a:alpha val="20000"/>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30" name="Google Shape;330;p31"/>
          <p:cNvSpPr/>
          <p:nvPr/>
        </p:nvSpPr>
        <p:spPr>
          <a:xfrm>
            <a:off x="2740118" y="-437107"/>
            <a:ext cx="784673" cy="2567726"/>
          </a:xfrm>
          <a:custGeom>
            <a:rect b="b" l="l" r="r" t="t"/>
            <a:pathLst>
              <a:path extrusionOk="0" h="2567726" w="784673">
                <a:moveTo>
                  <a:pt x="0" y="0"/>
                </a:moveTo>
                <a:lnTo>
                  <a:pt x="784673" y="389357"/>
                </a:lnTo>
                <a:lnTo>
                  <a:pt x="784673" y="515309"/>
                </a:lnTo>
                <a:lnTo>
                  <a:pt x="784673" y="2441774"/>
                </a:lnTo>
                <a:lnTo>
                  <a:pt x="784673" y="2567726"/>
                </a:lnTo>
                <a:lnTo>
                  <a:pt x="0" y="2178369"/>
                </a:lnTo>
                <a:lnTo>
                  <a:pt x="0" y="2052417"/>
                </a:lnTo>
                <a:lnTo>
                  <a:pt x="0" y="125952"/>
                </a:lnTo>
                <a:close/>
              </a:path>
            </a:pathLst>
          </a:custGeom>
          <a:noFill/>
          <a:ln cap="flat" cmpd="sng" w="19050">
            <a:solidFill>
              <a:schemeClr val="accent2">
                <a:alpha val="47843"/>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31" name="Google Shape;331;p31"/>
          <p:cNvSpPr/>
          <p:nvPr/>
        </p:nvSpPr>
        <p:spPr>
          <a:xfrm>
            <a:off x="2356660" y="-195192"/>
            <a:ext cx="768600" cy="2559751"/>
          </a:xfrm>
          <a:custGeom>
            <a:rect b="b" l="l" r="r" t="t"/>
            <a:pathLst>
              <a:path extrusionOk="0" h="2559751" w="768600">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cap="flat" cmpd="sng" w="19050">
            <a:solidFill>
              <a:schemeClr val="dk2">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32" name="Google Shape;332;p31"/>
          <p:cNvSpPr/>
          <p:nvPr/>
        </p:nvSpPr>
        <p:spPr>
          <a:xfrm>
            <a:off x="1973202" y="38748"/>
            <a:ext cx="768600" cy="2559751"/>
          </a:xfrm>
          <a:custGeom>
            <a:rect b="b" l="l" r="r" t="t"/>
            <a:pathLst>
              <a:path extrusionOk="0" h="2559751" w="768600">
                <a:moveTo>
                  <a:pt x="0" y="0"/>
                </a:moveTo>
                <a:lnTo>
                  <a:pt x="768600" y="381382"/>
                </a:lnTo>
                <a:lnTo>
                  <a:pt x="768600" y="507334"/>
                </a:lnTo>
                <a:lnTo>
                  <a:pt x="768600" y="2433799"/>
                </a:lnTo>
                <a:lnTo>
                  <a:pt x="768600" y="2559751"/>
                </a:lnTo>
                <a:lnTo>
                  <a:pt x="0" y="2178369"/>
                </a:lnTo>
                <a:lnTo>
                  <a:pt x="0" y="2052417"/>
                </a:lnTo>
                <a:lnTo>
                  <a:pt x="0" y="125952"/>
                </a:lnTo>
                <a:close/>
              </a:path>
            </a:pathLst>
          </a:custGeom>
          <a:gradFill>
            <a:gsLst>
              <a:gs pos="0">
                <a:srgbClr val="92C0E9">
                  <a:alpha val="14902"/>
                </a:srgbClr>
              </a:gs>
              <a:gs pos="64000">
                <a:srgbClr val="4392D9">
                  <a:alpha val="56078"/>
                </a:srgbClr>
              </a:gs>
              <a:gs pos="100000">
                <a:srgbClr val="4392D9">
                  <a:alpha val="56078"/>
                </a:srgbClr>
              </a:gs>
            </a:gsLst>
            <a:lin ang="6900000" scaled="0"/>
          </a:gradFill>
          <a:ln cap="flat" cmpd="sng" w="19050">
            <a:solidFill>
              <a:srgbClr val="92C0E9">
                <a:alpha val="21961"/>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33" name="Google Shape;333;p31"/>
          <p:cNvSpPr/>
          <p:nvPr/>
        </p:nvSpPr>
        <p:spPr>
          <a:xfrm>
            <a:off x="1575766" y="272688"/>
            <a:ext cx="782578" cy="2559751"/>
          </a:xfrm>
          <a:custGeom>
            <a:rect b="b" l="l" r="r" t="t"/>
            <a:pathLst>
              <a:path extrusionOk="0" h="2559751" w="782578">
                <a:moveTo>
                  <a:pt x="0" y="0"/>
                </a:moveTo>
                <a:lnTo>
                  <a:pt x="782578" y="388317"/>
                </a:lnTo>
                <a:lnTo>
                  <a:pt x="782578" y="513933"/>
                </a:lnTo>
                <a:lnTo>
                  <a:pt x="782578" y="2434135"/>
                </a:lnTo>
                <a:lnTo>
                  <a:pt x="782578" y="2559751"/>
                </a:lnTo>
                <a:lnTo>
                  <a:pt x="0" y="2171434"/>
                </a:lnTo>
                <a:lnTo>
                  <a:pt x="0" y="2045818"/>
                </a:lnTo>
                <a:lnTo>
                  <a:pt x="0" y="125616"/>
                </a:lnTo>
                <a:close/>
              </a:path>
            </a:pathLst>
          </a:custGeom>
          <a:gradFill>
            <a:gsLst>
              <a:gs pos="0">
                <a:srgbClr val="92C0E9">
                  <a:alpha val="14118"/>
                </a:srgbClr>
              </a:gs>
              <a:gs pos="100000">
                <a:srgbClr val="4392D9">
                  <a:alpha val="36863"/>
                </a:srgbClr>
              </a:gs>
            </a:gsLst>
            <a:lin ang="6900000" scaled="0"/>
          </a:gradFill>
          <a:ln cap="flat" cmpd="sng" w="19050">
            <a:solidFill>
              <a:srgbClr val="92C0E9">
                <a:alpha val="20000"/>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34" name="Google Shape;334;p31"/>
          <p:cNvSpPr/>
          <p:nvPr/>
        </p:nvSpPr>
        <p:spPr>
          <a:xfrm>
            <a:off x="1178330" y="506628"/>
            <a:ext cx="782578" cy="2559751"/>
          </a:xfrm>
          <a:custGeom>
            <a:rect b="b" l="l" r="r" t="t"/>
            <a:pathLst>
              <a:path extrusionOk="0" h="2559751" w="782578">
                <a:moveTo>
                  <a:pt x="0" y="0"/>
                </a:moveTo>
                <a:lnTo>
                  <a:pt x="782578" y="388317"/>
                </a:lnTo>
                <a:lnTo>
                  <a:pt x="782578" y="513933"/>
                </a:lnTo>
                <a:lnTo>
                  <a:pt x="782578" y="2434135"/>
                </a:lnTo>
                <a:lnTo>
                  <a:pt x="782578" y="2559751"/>
                </a:lnTo>
                <a:lnTo>
                  <a:pt x="0" y="2171434"/>
                </a:lnTo>
                <a:lnTo>
                  <a:pt x="0" y="2045818"/>
                </a:lnTo>
                <a:lnTo>
                  <a:pt x="0" y="125616"/>
                </a:lnTo>
                <a:close/>
              </a:path>
            </a:pathLst>
          </a:custGeom>
          <a:noFill/>
          <a:ln cap="flat" cmpd="sng" w="19050">
            <a:solidFill>
              <a:schemeClr val="accent2">
                <a:alpha val="47843"/>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35" name="Google Shape;335;p31"/>
          <p:cNvSpPr/>
          <p:nvPr/>
        </p:nvSpPr>
        <p:spPr>
          <a:xfrm>
            <a:off x="780894" y="740568"/>
            <a:ext cx="782578" cy="2559751"/>
          </a:xfrm>
          <a:custGeom>
            <a:rect b="b" l="l" r="r" t="t"/>
            <a:pathLst>
              <a:path extrusionOk="0" h="2559751" w="782578">
                <a:moveTo>
                  <a:pt x="0" y="0"/>
                </a:moveTo>
                <a:lnTo>
                  <a:pt x="782578" y="388317"/>
                </a:lnTo>
                <a:lnTo>
                  <a:pt x="782578" y="513933"/>
                </a:lnTo>
                <a:lnTo>
                  <a:pt x="782578" y="2434135"/>
                </a:lnTo>
                <a:lnTo>
                  <a:pt x="782578" y="2559751"/>
                </a:lnTo>
                <a:lnTo>
                  <a:pt x="0" y="2171434"/>
                </a:lnTo>
                <a:lnTo>
                  <a:pt x="0" y="2045818"/>
                </a:lnTo>
                <a:lnTo>
                  <a:pt x="0" y="125616"/>
                </a:lnTo>
                <a:close/>
              </a:path>
            </a:pathLst>
          </a:custGeom>
          <a:noFill/>
          <a:ln cap="flat" cmpd="sng" w="19050">
            <a:solidFill>
              <a:schemeClr val="accent2">
                <a:alpha val="47843"/>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36" name="Google Shape;336;p31"/>
          <p:cNvSpPr/>
          <p:nvPr/>
        </p:nvSpPr>
        <p:spPr>
          <a:xfrm>
            <a:off x="383458" y="974508"/>
            <a:ext cx="782578" cy="2559751"/>
          </a:xfrm>
          <a:custGeom>
            <a:rect b="b" l="l" r="r" t="t"/>
            <a:pathLst>
              <a:path extrusionOk="0" h="2559751" w="782578">
                <a:moveTo>
                  <a:pt x="0" y="0"/>
                </a:moveTo>
                <a:lnTo>
                  <a:pt x="782578" y="388317"/>
                </a:lnTo>
                <a:lnTo>
                  <a:pt x="782578" y="513933"/>
                </a:lnTo>
                <a:lnTo>
                  <a:pt x="782578" y="2434135"/>
                </a:lnTo>
                <a:lnTo>
                  <a:pt x="782578" y="2559751"/>
                </a:lnTo>
                <a:lnTo>
                  <a:pt x="0" y="2171434"/>
                </a:lnTo>
                <a:lnTo>
                  <a:pt x="0" y="2045818"/>
                </a:lnTo>
                <a:lnTo>
                  <a:pt x="0" y="125616"/>
                </a:lnTo>
                <a:close/>
              </a:path>
            </a:pathLst>
          </a:custGeom>
          <a:gradFill>
            <a:gsLst>
              <a:gs pos="0">
                <a:srgbClr val="92C0E9">
                  <a:alpha val="30196"/>
                </a:srgbClr>
              </a:gs>
              <a:gs pos="28975">
                <a:srgbClr val="6379C1">
                  <a:alpha val="56863"/>
                </a:srgbClr>
              </a:gs>
              <a:gs pos="100000">
                <a:srgbClr val="2F2A95">
                  <a:alpha val="74902"/>
                </a:srgbClr>
              </a:gs>
            </a:gsLst>
            <a:lin ang="6900000" scaled="0"/>
          </a:gradFill>
          <a:ln cap="flat" cmpd="sng" w="19050">
            <a:solidFill>
              <a:srgbClr val="92C0E9">
                <a:alpha val="27059"/>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37" name="Google Shape;337;p31"/>
          <p:cNvSpPr/>
          <p:nvPr/>
        </p:nvSpPr>
        <p:spPr>
          <a:xfrm>
            <a:off x="11407327" y="3116434"/>
            <a:ext cx="784673" cy="2557460"/>
          </a:xfrm>
          <a:custGeom>
            <a:rect b="b" l="l" r="r" t="t"/>
            <a:pathLst>
              <a:path extrusionOk="0" h="2557460" w="784673">
                <a:moveTo>
                  <a:pt x="0" y="0"/>
                </a:moveTo>
                <a:lnTo>
                  <a:pt x="784673" y="389357"/>
                </a:lnTo>
                <a:lnTo>
                  <a:pt x="784673" y="515309"/>
                </a:lnTo>
                <a:lnTo>
                  <a:pt x="784673" y="2431508"/>
                </a:lnTo>
                <a:lnTo>
                  <a:pt x="784673" y="2557460"/>
                </a:lnTo>
                <a:lnTo>
                  <a:pt x="0" y="2168103"/>
                </a:lnTo>
                <a:lnTo>
                  <a:pt x="0" y="2042151"/>
                </a:lnTo>
                <a:lnTo>
                  <a:pt x="0" y="125952"/>
                </a:lnTo>
                <a:close/>
              </a:path>
            </a:pathLst>
          </a:custGeom>
          <a:noFill/>
          <a:ln cap="flat" cmpd="sng" w="19050">
            <a:solidFill>
              <a:schemeClr val="accent2">
                <a:alpha val="47843"/>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38" name="Google Shape;338;p31"/>
          <p:cNvSpPr/>
          <p:nvPr/>
        </p:nvSpPr>
        <p:spPr>
          <a:xfrm>
            <a:off x="11012538" y="3359100"/>
            <a:ext cx="782578" cy="2549485"/>
          </a:xfrm>
          <a:custGeom>
            <a:rect b="b" l="l" r="r" t="t"/>
            <a:pathLst>
              <a:path extrusionOk="0" h="2549485" w="782578">
                <a:moveTo>
                  <a:pt x="0" y="0"/>
                </a:moveTo>
                <a:lnTo>
                  <a:pt x="782578" y="388317"/>
                </a:lnTo>
                <a:lnTo>
                  <a:pt x="782578" y="513933"/>
                </a:lnTo>
                <a:lnTo>
                  <a:pt x="782578" y="2423869"/>
                </a:lnTo>
                <a:lnTo>
                  <a:pt x="782578" y="2549485"/>
                </a:lnTo>
                <a:lnTo>
                  <a:pt x="0" y="2161168"/>
                </a:lnTo>
                <a:lnTo>
                  <a:pt x="0" y="2035552"/>
                </a:lnTo>
                <a:lnTo>
                  <a:pt x="0" y="125616"/>
                </a:lnTo>
                <a:close/>
              </a:path>
            </a:pathLst>
          </a:custGeom>
          <a:gradFill>
            <a:gsLst>
              <a:gs pos="0">
                <a:srgbClr val="92C0E9">
                  <a:alpha val="18039"/>
                </a:srgbClr>
              </a:gs>
              <a:gs pos="100000">
                <a:srgbClr val="4392D9">
                  <a:alpha val="9020"/>
                </a:srgbClr>
              </a:gs>
            </a:gsLst>
            <a:lin ang="6900000" scaled="0"/>
          </a:gradFill>
          <a:ln cap="flat" cmpd="sng" w="19050">
            <a:solidFill>
              <a:srgbClr val="92C0E9">
                <a:alpha val="1961"/>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39" name="Google Shape;339;p31"/>
          <p:cNvSpPr/>
          <p:nvPr/>
        </p:nvSpPr>
        <p:spPr>
          <a:xfrm>
            <a:off x="10617755" y="3593791"/>
            <a:ext cx="782578" cy="2549485"/>
          </a:xfrm>
          <a:custGeom>
            <a:rect b="b" l="l" r="r" t="t"/>
            <a:pathLst>
              <a:path extrusionOk="0" h="2549485" w="782578">
                <a:moveTo>
                  <a:pt x="0" y="0"/>
                </a:moveTo>
                <a:lnTo>
                  <a:pt x="782578" y="388317"/>
                </a:lnTo>
                <a:lnTo>
                  <a:pt x="782578" y="513933"/>
                </a:lnTo>
                <a:lnTo>
                  <a:pt x="782578" y="2423869"/>
                </a:lnTo>
                <a:lnTo>
                  <a:pt x="782578" y="2549485"/>
                </a:lnTo>
                <a:lnTo>
                  <a:pt x="0" y="2161168"/>
                </a:lnTo>
                <a:lnTo>
                  <a:pt x="0" y="2035552"/>
                </a:lnTo>
                <a:lnTo>
                  <a:pt x="0" y="125616"/>
                </a:lnTo>
                <a:close/>
              </a:path>
            </a:pathLst>
          </a:custGeom>
          <a:gradFill>
            <a:gsLst>
              <a:gs pos="0">
                <a:srgbClr val="92C0E9">
                  <a:alpha val="14118"/>
                </a:srgbClr>
              </a:gs>
              <a:gs pos="100000">
                <a:srgbClr val="4392D9">
                  <a:alpha val="36863"/>
                </a:srgbClr>
              </a:gs>
            </a:gsLst>
            <a:lin ang="6900000" scaled="0"/>
          </a:gradFill>
          <a:ln cap="flat" cmpd="sng" w="19050">
            <a:solidFill>
              <a:srgbClr val="92C0E9">
                <a:alpha val="20000"/>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40" name="Google Shape;340;p31"/>
          <p:cNvSpPr/>
          <p:nvPr/>
        </p:nvSpPr>
        <p:spPr>
          <a:xfrm>
            <a:off x="10236950" y="3828482"/>
            <a:ext cx="768600" cy="2549485"/>
          </a:xfrm>
          <a:custGeom>
            <a:rect b="b" l="l" r="r" t="t"/>
            <a:pathLst>
              <a:path extrusionOk="0" h="2549485" w="768600">
                <a:moveTo>
                  <a:pt x="0" y="0"/>
                </a:moveTo>
                <a:lnTo>
                  <a:pt x="768600" y="381382"/>
                </a:lnTo>
                <a:lnTo>
                  <a:pt x="768600" y="507334"/>
                </a:lnTo>
                <a:lnTo>
                  <a:pt x="768600" y="2423533"/>
                </a:lnTo>
                <a:lnTo>
                  <a:pt x="768600" y="2549485"/>
                </a:lnTo>
                <a:lnTo>
                  <a:pt x="0" y="2168103"/>
                </a:lnTo>
                <a:lnTo>
                  <a:pt x="0" y="2042151"/>
                </a:lnTo>
                <a:lnTo>
                  <a:pt x="0" y="125952"/>
                </a:lnTo>
                <a:close/>
              </a:path>
            </a:pathLst>
          </a:custGeom>
          <a:noFill/>
          <a:ln cap="flat" cmpd="sng" w="19050">
            <a:solidFill>
              <a:schemeClr val="dk2">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41" name="Google Shape;341;p31"/>
          <p:cNvSpPr/>
          <p:nvPr/>
        </p:nvSpPr>
        <p:spPr>
          <a:xfrm>
            <a:off x="9842167" y="4063173"/>
            <a:ext cx="782578" cy="2549485"/>
          </a:xfrm>
          <a:custGeom>
            <a:rect b="b" l="l" r="r" t="t"/>
            <a:pathLst>
              <a:path extrusionOk="0" h="2549485" w="782578">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cap="flat" cmpd="sng" w="19050">
            <a:solidFill>
              <a:schemeClr val="accent2">
                <a:alpha val="47843"/>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42" name="Google Shape;342;p31"/>
          <p:cNvSpPr/>
          <p:nvPr/>
        </p:nvSpPr>
        <p:spPr>
          <a:xfrm>
            <a:off x="9447384" y="4297864"/>
            <a:ext cx="782578" cy="2549485"/>
          </a:xfrm>
          <a:custGeom>
            <a:rect b="b" l="l" r="r" t="t"/>
            <a:pathLst>
              <a:path extrusionOk="0" h="2549485" w="782578">
                <a:moveTo>
                  <a:pt x="0" y="0"/>
                </a:moveTo>
                <a:lnTo>
                  <a:pt x="782578" y="388318"/>
                </a:lnTo>
                <a:lnTo>
                  <a:pt x="782578" y="513933"/>
                </a:lnTo>
                <a:lnTo>
                  <a:pt x="782578" y="2423869"/>
                </a:lnTo>
                <a:lnTo>
                  <a:pt x="782578" y="2549485"/>
                </a:lnTo>
                <a:lnTo>
                  <a:pt x="0" y="2161168"/>
                </a:lnTo>
                <a:lnTo>
                  <a:pt x="0" y="2035552"/>
                </a:lnTo>
                <a:lnTo>
                  <a:pt x="0" y="125616"/>
                </a:lnTo>
                <a:close/>
              </a:path>
            </a:pathLst>
          </a:custGeom>
          <a:gradFill>
            <a:gsLst>
              <a:gs pos="0">
                <a:srgbClr val="92C0E9">
                  <a:alpha val="30196"/>
                </a:srgbClr>
              </a:gs>
              <a:gs pos="28975">
                <a:srgbClr val="6379C1">
                  <a:alpha val="56863"/>
                </a:srgbClr>
              </a:gs>
              <a:gs pos="100000">
                <a:srgbClr val="2F2A95">
                  <a:alpha val="74902"/>
                </a:srgbClr>
              </a:gs>
            </a:gsLst>
            <a:lin ang="6900000" scaled="0"/>
          </a:gradFill>
          <a:ln cap="flat" cmpd="sng" w="19050">
            <a:solidFill>
              <a:srgbClr val="92C0E9">
                <a:alpha val="27059"/>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43" name="Google Shape;343;p31"/>
          <p:cNvSpPr/>
          <p:nvPr/>
        </p:nvSpPr>
        <p:spPr>
          <a:xfrm>
            <a:off x="9052601" y="4532555"/>
            <a:ext cx="782578" cy="2549485"/>
          </a:xfrm>
          <a:custGeom>
            <a:rect b="b" l="l" r="r" t="t"/>
            <a:pathLst>
              <a:path extrusionOk="0" h="2549485" w="782578">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cap="flat" cmpd="sng" w="19050">
            <a:solidFill>
              <a:schemeClr val="accent2">
                <a:alpha val="47843"/>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44" name="Google Shape;344;p31"/>
          <p:cNvSpPr/>
          <p:nvPr/>
        </p:nvSpPr>
        <p:spPr>
          <a:xfrm>
            <a:off x="8657818" y="4767246"/>
            <a:ext cx="782578" cy="2549485"/>
          </a:xfrm>
          <a:custGeom>
            <a:rect b="b" l="l" r="r" t="t"/>
            <a:pathLst>
              <a:path extrusionOk="0" h="2549485" w="782578">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cap="flat" cmpd="sng" w="19050">
            <a:solidFill>
              <a:schemeClr val="dk2">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45" name="Google Shape;345;p31"/>
          <p:cNvSpPr/>
          <p:nvPr/>
        </p:nvSpPr>
        <p:spPr>
          <a:xfrm>
            <a:off x="8263035" y="5001937"/>
            <a:ext cx="782578" cy="2549485"/>
          </a:xfrm>
          <a:custGeom>
            <a:rect b="b" l="l" r="r" t="t"/>
            <a:pathLst>
              <a:path extrusionOk="0" h="2549485" w="782578">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cap="flat" cmpd="sng" w="19050">
            <a:solidFill>
              <a:schemeClr val="dk2">
                <a:alpha val="54902"/>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46" name="Google Shape;346;p31"/>
          <p:cNvSpPr/>
          <p:nvPr/>
        </p:nvSpPr>
        <p:spPr>
          <a:xfrm>
            <a:off x="7882230" y="5236628"/>
            <a:ext cx="768600" cy="2549485"/>
          </a:xfrm>
          <a:custGeom>
            <a:rect b="b" l="l" r="r" t="t"/>
            <a:pathLst>
              <a:path extrusionOk="0" h="2549485" w="768600">
                <a:moveTo>
                  <a:pt x="0" y="0"/>
                </a:moveTo>
                <a:lnTo>
                  <a:pt x="768600" y="381382"/>
                </a:lnTo>
                <a:lnTo>
                  <a:pt x="768600" y="507334"/>
                </a:lnTo>
                <a:lnTo>
                  <a:pt x="768600" y="2423533"/>
                </a:lnTo>
                <a:lnTo>
                  <a:pt x="768600" y="2549485"/>
                </a:lnTo>
                <a:lnTo>
                  <a:pt x="0" y="2168103"/>
                </a:lnTo>
                <a:lnTo>
                  <a:pt x="0" y="2042151"/>
                </a:lnTo>
                <a:lnTo>
                  <a:pt x="0" y="125952"/>
                </a:lnTo>
                <a:close/>
              </a:path>
            </a:pathLst>
          </a:custGeom>
          <a:gradFill>
            <a:gsLst>
              <a:gs pos="0">
                <a:srgbClr val="92C0E9">
                  <a:alpha val="14902"/>
                </a:srgbClr>
              </a:gs>
              <a:gs pos="64000">
                <a:srgbClr val="4392D9">
                  <a:alpha val="56078"/>
                </a:srgbClr>
              </a:gs>
              <a:gs pos="100000">
                <a:srgbClr val="4392D9">
                  <a:alpha val="56078"/>
                </a:srgbClr>
              </a:gs>
            </a:gsLst>
            <a:lin ang="6900000" scaled="0"/>
          </a:gradFill>
          <a:ln cap="flat" cmpd="sng" w="19050">
            <a:solidFill>
              <a:srgbClr val="92C0E9">
                <a:alpha val="21961"/>
              </a:srgb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2F2F2"/>
              </a:buClr>
              <a:buSzPts val="9457"/>
              <a:buFont typeface="Verdana"/>
              <a:buNone/>
            </a:pPr>
            <a:r>
              <a:t/>
            </a:r>
            <a:endParaRPr b="0" i="0" sz="9457" u="none" cap="none" strike="noStrike">
              <a:solidFill>
                <a:srgbClr val="FFFFFF"/>
              </a:solidFill>
              <a:latin typeface="Verdana"/>
              <a:ea typeface="Verdana"/>
              <a:cs typeface="Verdana"/>
              <a:sym typeface="Verdana"/>
            </a:endParaRPr>
          </a:p>
        </p:txBody>
      </p:sp>
      <p:sp>
        <p:nvSpPr>
          <p:cNvPr id="347" name="Google Shape;347;p31"/>
          <p:cNvSpPr/>
          <p:nvPr/>
        </p:nvSpPr>
        <p:spPr>
          <a:xfrm>
            <a:off x="7487447" y="5471319"/>
            <a:ext cx="782578" cy="2549485"/>
          </a:xfrm>
          <a:custGeom>
            <a:rect b="b" l="l" r="r" t="t"/>
            <a:pathLst>
              <a:path extrusionOk="0" h="2549485" w="782578">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cap="flat" cmpd="sng" w="19050">
            <a:solidFill>
              <a:schemeClr val="dk2">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48" name="Google Shape;348;p31"/>
          <p:cNvSpPr/>
          <p:nvPr/>
        </p:nvSpPr>
        <p:spPr>
          <a:xfrm>
            <a:off x="7106642" y="5706010"/>
            <a:ext cx="768600" cy="2549485"/>
          </a:xfrm>
          <a:custGeom>
            <a:rect b="b" l="l" r="r" t="t"/>
            <a:pathLst>
              <a:path extrusionOk="0" h="2549485" w="768600">
                <a:moveTo>
                  <a:pt x="0" y="0"/>
                </a:moveTo>
                <a:lnTo>
                  <a:pt x="768600" y="381382"/>
                </a:lnTo>
                <a:lnTo>
                  <a:pt x="768600" y="507334"/>
                </a:lnTo>
                <a:lnTo>
                  <a:pt x="768600" y="2423533"/>
                </a:lnTo>
                <a:lnTo>
                  <a:pt x="768600" y="2549485"/>
                </a:lnTo>
                <a:lnTo>
                  <a:pt x="0" y="2168103"/>
                </a:lnTo>
                <a:lnTo>
                  <a:pt x="0" y="2042151"/>
                </a:lnTo>
                <a:lnTo>
                  <a:pt x="0" y="125952"/>
                </a:lnTo>
                <a:close/>
              </a:path>
            </a:pathLst>
          </a:custGeom>
          <a:noFill/>
          <a:ln cap="flat" cmpd="sng" w="19050">
            <a:solidFill>
              <a:schemeClr val="dk2">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49" name="Google Shape;349;p31"/>
          <p:cNvSpPr/>
          <p:nvPr/>
        </p:nvSpPr>
        <p:spPr>
          <a:xfrm>
            <a:off x="0" y="1208444"/>
            <a:ext cx="768600" cy="2559751"/>
          </a:xfrm>
          <a:custGeom>
            <a:rect b="b" l="l" r="r" t="t"/>
            <a:pathLst>
              <a:path extrusionOk="0" h="2559751" w="768600">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cap="flat" cmpd="sng" w="19050">
            <a:solidFill>
              <a:schemeClr val="dk2">
                <a:alpha val="30196"/>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50" name="Google Shape;350;p31"/>
          <p:cNvSpPr/>
          <p:nvPr/>
        </p:nvSpPr>
        <p:spPr>
          <a:xfrm>
            <a:off x="6711859" y="5940703"/>
            <a:ext cx="782578" cy="2549485"/>
          </a:xfrm>
          <a:custGeom>
            <a:rect b="b" l="l" r="r" t="t"/>
            <a:pathLst>
              <a:path extrusionOk="0" h="2549485" w="782578">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cap="flat" cmpd="sng" w="19050">
            <a:solidFill>
              <a:schemeClr val="accent2">
                <a:alpha val="47843"/>
              </a:schemeClr>
            </a:solidFill>
            <a:prstDash val="solid"/>
            <a:miter lim="8000"/>
            <a:headEnd len="sm" w="sm" type="none"/>
            <a:tailEnd len="sm" w="sm" type="none"/>
          </a:ln>
          <a:effectLst>
            <a:outerShdw blurRad="190500" rotWithShape="0" algn="ctr">
              <a:srgbClr val="000000">
                <a:alpha val="25098"/>
              </a:srgbClr>
            </a:outerShdw>
          </a:effectLst>
        </p:spPr>
        <p:txBody>
          <a:bodyPr anchorCtr="0" anchor="ctr" bIns="74100" lIns="148200" spcFirstLastPara="1" rIns="148200" wrap="square" tIns="74100">
            <a:noAutofit/>
          </a:bodyPr>
          <a:lstStyle/>
          <a:p>
            <a:pPr indent="0" lvl="0" marL="0" marR="0" rtl="0" algn="l">
              <a:lnSpc>
                <a:spcPct val="90000"/>
              </a:lnSpc>
              <a:spcBef>
                <a:spcPts val="0"/>
              </a:spcBef>
              <a:spcAft>
                <a:spcPts val="0"/>
              </a:spcAft>
              <a:buClr>
                <a:srgbClr val="F2F2F2"/>
              </a:buClr>
              <a:buSzPts val="11348"/>
              <a:buFont typeface="Verdana"/>
              <a:buNone/>
            </a:pPr>
            <a:r>
              <a:t/>
            </a:r>
            <a:endParaRPr b="0" i="0" sz="9457" u="none" cap="none" strike="noStrike">
              <a:solidFill>
                <a:srgbClr val="FFFFFF"/>
              </a:solidFill>
              <a:latin typeface="Verdana"/>
              <a:ea typeface="Verdana"/>
              <a:cs typeface="Verdana"/>
              <a:sym typeface="Verdana"/>
            </a:endParaRPr>
          </a:p>
        </p:txBody>
      </p:sp>
      <p:sp>
        <p:nvSpPr>
          <p:cNvPr id="351" name="Google Shape;351;p31"/>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2" name="Google Shape;352;p31"/>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3" name="Google Shape;353;p31"/>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1pPr>
            <a:lvl2pPr indent="0" lvl="1"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2pPr>
            <a:lvl3pPr indent="0" lvl="2"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3pPr>
            <a:lvl4pPr indent="0" lvl="3"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4pPr>
            <a:lvl5pPr indent="0" lvl="4"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5pPr>
            <a:lvl6pPr indent="0" lvl="5"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6pPr>
            <a:lvl7pPr indent="0" lvl="6"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7pPr>
            <a:lvl8pPr indent="0" lvl="7"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8pPr>
            <a:lvl9pPr indent="0" lvl="8" marL="0" marR="0" algn="ctr">
              <a:spcBef>
                <a:spcPts val="0"/>
              </a:spcBef>
              <a:buClr>
                <a:schemeClr val="dk2"/>
              </a:buClr>
              <a:buSzPts val="1200"/>
              <a:buFont typeface="Verdana"/>
              <a:buNone/>
              <a:defRPr b="0" sz="1000">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322"/>
                                        </p:tgtEl>
                                        <p:attrNameLst>
                                          <p:attrName>style.visibility</p:attrName>
                                        </p:attrNameLst>
                                      </p:cBhvr>
                                      <p:to>
                                        <p:strVal val="visible"/>
                                      </p:to>
                                    </p:set>
                                    <p:animEffect filter="fade" transition="in">
                                      <p:cBhvr>
                                        <p:cTn dur="250"/>
                                        <p:tgtEl>
                                          <p:spTgt spid="322"/>
                                        </p:tgtEl>
                                      </p:cBhvr>
                                    </p:animEffect>
                                  </p:childTnLst>
                                </p:cTn>
                              </p:par>
                            </p:childTnLst>
                          </p:cTn>
                        </p:par>
                        <p:par>
                          <p:cTn fill="hold">
                            <p:stCondLst>
                              <p:cond delay="250"/>
                            </p:stCondLst>
                            <p:childTnLst>
                              <p:par>
                                <p:cTn fill="hold" nodeType="afterEffect" presetClass="entr" presetID="10" presetSubtype="0">
                                  <p:stCondLst>
                                    <p:cond delay="500"/>
                                  </p:stCondLst>
                                  <p:childTnLst>
                                    <p:set>
                                      <p:cBhvr>
                                        <p:cTn dur="1" fill="hold">
                                          <p:stCondLst>
                                            <p:cond delay="0"/>
                                          </p:stCondLst>
                                        </p:cTn>
                                        <p:tgtEl>
                                          <p:spTgt spid="323"/>
                                        </p:tgtEl>
                                        <p:attrNameLst>
                                          <p:attrName>style.visibility</p:attrName>
                                        </p:attrNameLst>
                                      </p:cBhvr>
                                      <p:to>
                                        <p:strVal val="visible"/>
                                      </p:to>
                                    </p:set>
                                    <p:animEffect filter="fade" transition="in">
                                      <p:cBhvr>
                                        <p:cTn dur="250"/>
                                        <p:tgtEl>
                                          <p:spTgt spid="32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par>
                                <p:cTn fill="hold" nodeType="withEffect" presetClass="entr" presetID="10" presetSubtype="0">
                                  <p:stCondLst>
                                    <p:cond delay="500"/>
                                  </p:stCondLst>
                                  <p:childTnLst>
                                    <p:set>
                                      <p:cBhvr>
                                        <p:cTn dur="1" fill="hold">
                                          <p:stCondLst>
                                            <p:cond delay="0"/>
                                          </p:stCondLst>
                                        </p:cTn>
                                        <p:tgtEl>
                                          <p:spTgt spid="324"/>
                                        </p:tgtEl>
                                        <p:attrNameLst>
                                          <p:attrName>style.visibility</p:attrName>
                                        </p:attrNameLst>
                                      </p:cBhvr>
                                      <p:to>
                                        <p:strVal val="visible"/>
                                      </p:to>
                                    </p:set>
                                    <p:animEffect filter="fade" transition="in">
                                      <p:cBhvr>
                                        <p:cTn dur="250"/>
                                        <p:tgtEl>
                                          <p:spTgt spid="32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250"/>
                                        <p:tgtEl>
                                          <p:spTgt spid="337"/>
                                        </p:tgtEl>
                                      </p:cBhvr>
                                    </p:animEffect>
                                  </p:childTnLst>
                                </p:cTn>
                              </p:par>
                              <p:par>
                                <p:cTn fill="hold" nodeType="with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250"/>
                                        <p:tgtEl>
                                          <p:spTgt spid="338"/>
                                        </p:tgtEl>
                                      </p:cBhvr>
                                    </p:animEffect>
                                  </p:childTnLst>
                                </p:cTn>
                              </p:par>
                              <p:par>
                                <p:cTn fill="hold" nodeType="with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25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25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25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250"/>
                                        <p:tgtEl>
                                          <p:spTgt spid="342"/>
                                        </p:tgtEl>
                                      </p:cBhvr>
                                    </p:animEffect>
                                  </p:childTnLst>
                                </p:cTn>
                              </p:par>
                              <p:par>
                                <p:cTn fill="hold" nodeType="with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250"/>
                                        <p:tgtEl>
                                          <p:spTgt spid="343"/>
                                        </p:tgtEl>
                                      </p:cBhvr>
                                    </p:animEffect>
                                  </p:childTnLst>
                                </p:cTn>
                              </p:par>
                              <p:par>
                                <p:cTn fill="hold" nodeType="with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25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250"/>
                                        <p:tgtEl>
                                          <p:spTgt spid="345"/>
                                        </p:tgtEl>
                                      </p:cBhvr>
                                    </p:animEffect>
                                  </p:childTnLst>
                                </p:cTn>
                              </p:par>
                              <p:par>
                                <p:cTn fill="hold" nodeType="with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250"/>
                                        <p:tgtEl>
                                          <p:spTgt spid="346"/>
                                        </p:tgtEl>
                                      </p:cBhvr>
                                    </p:animEffect>
                                  </p:childTnLst>
                                </p:cTn>
                              </p:par>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25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250"/>
                                        <p:tgtEl>
                                          <p:spTgt spid="348"/>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250"/>
                                        <p:tgtEl>
                                          <p:spTgt spid="350"/>
                                        </p:tgtEl>
                                      </p:cBhvr>
                                    </p:animEffec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25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250"/>
                                        <p:tgtEl>
                                          <p:spTgt spid="326"/>
                                        </p:tgtEl>
                                      </p:cBhvr>
                                    </p:animEffect>
                                  </p:childTnLst>
                                </p:cTn>
                              </p:par>
                              <p:par>
                                <p:cTn fill="hold" nodeType="with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250"/>
                                        <p:tgtEl>
                                          <p:spTgt spid="327"/>
                                        </p:tgtEl>
                                      </p:cBhvr>
                                    </p:animEffect>
                                  </p:childTnLst>
                                </p:cTn>
                              </p:par>
                              <p:par>
                                <p:cTn fill="hold" nodeType="with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250"/>
                                        <p:tgtEl>
                                          <p:spTgt spid="328"/>
                                        </p:tgtEl>
                                      </p:cBhvr>
                                    </p:animEffect>
                                  </p:childTnLst>
                                </p:cTn>
                              </p:par>
                              <p:par>
                                <p:cTn fill="hold" nodeType="with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250"/>
                                        <p:tgtEl>
                                          <p:spTgt spid="329"/>
                                        </p:tgtEl>
                                      </p:cBhvr>
                                    </p:animEffect>
                                  </p:childTnLst>
                                </p:cTn>
                              </p:par>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250"/>
                                        <p:tgtEl>
                                          <p:spTgt spid="330"/>
                                        </p:tgtEl>
                                      </p:cBhvr>
                                    </p:animEffect>
                                  </p:childTnLst>
                                </p:cTn>
                              </p:par>
                              <p:par>
                                <p:cTn fill="hold" nodeType="with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250"/>
                                        <p:tgtEl>
                                          <p:spTgt spid="331"/>
                                        </p:tgtEl>
                                      </p:cBhvr>
                                    </p:animEffect>
                                  </p:childTnLst>
                                </p:cTn>
                              </p:par>
                              <p:par>
                                <p:cTn fill="hold" nodeType="with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250"/>
                                        <p:tgtEl>
                                          <p:spTgt spid="332"/>
                                        </p:tgtEl>
                                      </p:cBhvr>
                                    </p:animEffect>
                                  </p:childTnLst>
                                </p:cTn>
                              </p:par>
                              <p:par>
                                <p:cTn fill="hold" nodeType="with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250"/>
                                        <p:tgtEl>
                                          <p:spTgt spid="333"/>
                                        </p:tgtEl>
                                      </p:cBhvr>
                                    </p:animEffect>
                                  </p:childTnLst>
                                </p:cTn>
                              </p:par>
                              <p:par>
                                <p:cTn fill="hold" nodeType="with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250"/>
                                        <p:tgtEl>
                                          <p:spTgt spid="334"/>
                                        </p:tgtEl>
                                      </p:cBhvr>
                                    </p:animEffect>
                                  </p:childTnLst>
                                </p:cTn>
                              </p:par>
                              <p:par>
                                <p:cTn fill="hold" nodeType="with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25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250"/>
                                        <p:tgtEl>
                                          <p:spTgt spid="336"/>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25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END" showMasterSp="0">
  <p:cSld name="MASTER END">
    <p:bg>
      <p:bgPr>
        <a:solidFill>
          <a:srgbClr val="FF5826"/>
        </a:solidFill>
      </p:bgPr>
    </p:bg>
    <p:spTree>
      <p:nvGrpSpPr>
        <p:cNvPr id="354" name="Shape 354"/>
        <p:cNvGrpSpPr/>
        <p:nvPr/>
      </p:nvGrpSpPr>
      <p:grpSpPr>
        <a:xfrm>
          <a:off x="0" y="0"/>
          <a:ext cx="0" cy="0"/>
          <a:chOff x="0" y="0"/>
          <a:chExt cx="0" cy="0"/>
        </a:xfrm>
      </p:grpSpPr>
      <p:sp>
        <p:nvSpPr>
          <p:cNvPr id="355" name="Google Shape;355;p32"/>
          <p:cNvSpPr/>
          <p:nvPr/>
        </p:nvSpPr>
        <p:spPr>
          <a:xfrm>
            <a:off x="571501" y="571500"/>
            <a:ext cx="11049000" cy="571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0"/>
              <a:buFont typeface="Arial"/>
              <a:buNone/>
            </a:pPr>
            <a:r>
              <a:rPr b="0" i="0" lang="en" sz="8000" u="none" cap="none" strike="noStrike">
                <a:solidFill>
                  <a:srgbClr val="FFFFFF"/>
                </a:solidFill>
                <a:latin typeface="Arial"/>
                <a:ea typeface="Arial"/>
                <a:cs typeface="Arial"/>
                <a:sym typeface="Arial"/>
              </a:rPr>
              <a:t>MASTER END </a:t>
            </a:r>
            <a:br>
              <a:rPr b="0" i="0" lang="en" sz="8000" u="none" cap="none" strike="noStrike">
                <a:solidFill>
                  <a:srgbClr val="FFFFFF"/>
                </a:solidFill>
                <a:latin typeface="Arial"/>
                <a:ea typeface="Arial"/>
                <a:cs typeface="Arial"/>
                <a:sym typeface="Arial"/>
              </a:rPr>
            </a:br>
            <a:r>
              <a:rPr b="0" i="0" lang="en" sz="8000" u="none" cap="none" strike="noStrike">
                <a:solidFill>
                  <a:srgbClr val="FFFFFF"/>
                </a:solidFill>
                <a:latin typeface="Verdana"/>
                <a:ea typeface="Verdana"/>
                <a:cs typeface="Verdana"/>
                <a:sym typeface="Verdana"/>
              </a:rPr>
              <a:t>DELETE ANY MASTER LAYOUTS BEYOND THIS POINT</a:t>
            </a:r>
            <a:endParaRPr b="0" i="0" sz="5400" u="none" cap="none" strike="noStrike">
              <a:solidFill>
                <a:srgbClr val="FFFFFF"/>
              </a:solidFill>
              <a:latin typeface="Verdana"/>
              <a:ea typeface="Verdana"/>
              <a:cs typeface="Verdana"/>
              <a:sym typeface="Verdana"/>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cSld name="Three Column">
    <p:spTree>
      <p:nvGrpSpPr>
        <p:cNvPr id="356" name="Shape 356"/>
        <p:cNvGrpSpPr/>
        <p:nvPr/>
      </p:nvGrpSpPr>
      <p:grpSpPr>
        <a:xfrm>
          <a:off x="0" y="0"/>
          <a:ext cx="0" cy="0"/>
          <a:chOff x="0" y="0"/>
          <a:chExt cx="0" cy="0"/>
        </a:xfrm>
      </p:grpSpPr>
      <p:sp>
        <p:nvSpPr>
          <p:cNvPr id="357" name="Google Shape;357;p33"/>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8" name="Google Shape;358;p33"/>
          <p:cNvSpPr txBox="1"/>
          <p:nvPr>
            <p:ph idx="1" type="body"/>
          </p:nvPr>
        </p:nvSpPr>
        <p:spPr>
          <a:xfrm>
            <a:off x="457197" y="1412997"/>
            <a:ext cx="3546482" cy="4406778"/>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359" name="Google Shape;359;p33"/>
          <p:cNvSpPr txBox="1"/>
          <p:nvPr>
            <p:ph idx="2" type="body"/>
          </p:nvPr>
        </p:nvSpPr>
        <p:spPr>
          <a:xfrm>
            <a:off x="4323718" y="1412997"/>
            <a:ext cx="3544564" cy="4406778"/>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360" name="Google Shape;360;p33"/>
          <p:cNvSpPr txBox="1"/>
          <p:nvPr>
            <p:ph idx="11" type="ftr"/>
          </p:nvPr>
        </p:nvSpPr>
        <p:spPr>
          <a:xfrm>
            <a:off x="3562351" y="6194425"/>
            <a:ext cx="7767066" cy="442119"/>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1" name="Google Shape;361;p33"/>
          <p:cNvSpPr txBox="1"/>
          <p:nvPr>
            <p:ph idx="3" type="body"/>
          </p:nvPr>
        </p:nvSpPr>
        <p:spPr>
          <a:xfrm>
            <a:off x="8188320" y="1412997"/>
            <a:ext cx="3546477" cy="4406778"/>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3">
    <p:bg>
      <p:bgPr>
        <a:gradFill>
          <a:gsLst>
            <a:gs pos="0">
              <a:schemeClr val="accent2"/>
            </a:gs>
            <a:gs pos="100000">
              <a:schemeClr val="dk2"/>
            </a:gs>
          </a:gsLst>
          <a:lin ang="5400000" scaled="0"/>
        </a:gradFill>
      </p:bgPr>
    </p:bg>
    <p:spTree>
      <p:nvGrpSpPr>
        <p:cNvPr id="362" name="Shape 362"/>
        <p:cNvGrpSpPr/>
        <p:nvPr/>
      </p:nvGrpSpPr>
      <p:grpSpPr>
        <a:xfrm>
          <a:off x="0" y="0"/>
          <a:ext cx="0" cy="0"/>
          <a:chOff x="0" y="0"/>
          <a:chExt cx="0" cy="0"/>
        </a:xfrm>
      </p:grpSpPr>
      <p:pic>
        <p:nvPicPr>
          <p:cNvPr descr="Background pattern&#10;&#10;Description automatically generated" id="363" name="Google Shape;363;p34"/>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364" name="Google Shape;364;p34"/>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65" name="Google Shape;365;p34"/>
          <p:cNvSpPr txBox="1"/>
          <p:nvPr>
            <p:ph type="title"/>
          </p:nvPr>
        </p:nvSpPr>
        <p:spPr>
          <a:xfrm>
            <a:off x="571500" y="381000"/>
            <a:ext cx="11049000" cy="762000"/>
          </a:xfrm>
          <a:prstGeom prst="rect">
            <a:avLst/>
          </a:prstGeom>
          <a:noFill/>
          <a:ln>
            <a:noFill/>
          </a:ln>
        </p:spPr>
        <p:txBody>
          <a:bodyPr anchorCtr="0" anchor="t" bIns="0" lIns="0" spcFirstLastPara="1" rIns="0" wrap="square" tIns="1764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6" name="Google Shape;366;p34"/>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7" name="Google Shape;367;p34"/>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8" name="Google Shape;368;p34"/>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grpSp>
        <p:nvGrpSpPr>
          <p:cNvPr id="369" name="Google Shape;369;p34"/>
          <p:cNvGrpSpPr/>
          <p:nvPr/>
        </p:nvGrpSpPr>
        <p:grpSpPr>
          <a:xfrm>
            <a:off x="11407071" y="476250"/>
            <a:ext cx="213430" cy="571500"/>
            <a:chOff x="4249" y="1683"/>
            <a:chExt cx="695" cy="1861"/>
          </a:xfrm>
        </p:grpSpPr>
        <p:sp>
          <p:nvSpPr>
            <p:cNvPr id="370" name="Google Shape;370;p34"/>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371" name="Google Shape;371;p34"/>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372" name="Google Shape;372;p34"/>
          <p:cNvSpPr txBox="1"/>
          <p:nvPr>
            <p:ph idx="1" type="body"/>
          </p:nvPr>
        </p:nvSpPr>
        <p:spPr>
          <a:xfrm>
            <a:off x="571500" y="1524000"/>
            <a:ext cx="11049000" cy="476250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0"/>
              </a:spcBef>
              <a:spcAft>
                <a:spcPts val="0"/>
              </a:spcAft>
              <a:buClr>
                <a:schemeClr val="dk1"/>
              </a:buClr>
              <a:buSzPts val="1800"/>
              <a:buChar char="•"/>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3" name="Shape 373"/>
        <p:cNvGrpSpPr/>
        <p:nvPr/>
      </p:nvGrpSpPr>
      <p:grpSpPr>
        <a:xfrm>
          <a:off x="0" y="0"/>
          <a:ext cx="0" cy="0"/>
          <a:chOff x="0" y="0"/>
          <a:chExt cx="0" cy="0"/>
        </a:xfrm>
      </p:grpSpPr>
      <p:sp>
        <p:nvSpPr>
          <p:cNvPr id="374" name="Google Shape;374;p35"/>
          <p:cNvSpPr txBox="1"/>
          <p:nvPr>
            <p:ph type="ctrTitle"/>
          </p:nvPr>
        </p:nvSpPr>
        <p:spPr>
          <a:xfrm>
            <a:off x="1524000" y="1122363"/>
            <a:ext cx="9144000" cy="2387600"/>
          </a:xfrm>
          <a:prstGeom prst="rect">
            <a:avLst/>
          </a:prstGeom>
          <a:noFill/>
          <a:ln>
            <a:noFill/>
          </a:ln>
        </p:spPr>
        <p:txBody>
          <a:bodyPr anchorCtr="0" anchor="b" bIns="0" lIns="0" spcFirstLastPara="1" rIns="0" wrap="square" tIns="176400">
            <a:normAutofit/>
          </a:bodyPr>
          <a:lstStyle>
            <a:lvl1pPr lvl="0" algn="ctr">
              <a:lnSpc>
                <a:spcPct val="100000"/>
              </a:lnSpc>
              <a:spcBef>
                <a:spcPts val="0"/>
              </a:spcBef>
              <a:spcAft>
                <a:spcPts val="0"/>
              </a:spcAft>
              <a:buClr>
                <a:schemeClr val="dk1"/>
              </a:buClr>
              <a:buSzPts val="5999"/>
              <a:buFont typeface="Verdana"/>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5" name="Google Shape;375;p35"/>
          <p:cNvSpPr txBox="1"/>
          <p:nvPr>
            <p:ph idx="1" type="subTitle"/>
          </p:nvPr>
        </p:nvSpPr>
        <p:spPr>
          <a:xfrm>
            <a:off x="1524000" y="3602038"/>
            <a:ext cx="9144000" cy="1655762"/>
          </a:xfrm>
          <a:prstGeom prst="rect">
            <a:avLst/>
          </a:prstGeom>
          <a:noFill/>
          <a:ln>
            <a:noFill/>
          </a:ln>
        </p:spPr>
        <p:txBody>
          <a:bodyPr anchorCtr="0" anchor="t" bIns="0" lIns="0" spcFirstLastPara="1" rIns="0" wrap="square" tIns="0">
            <a:normAutofit/>
          </a:bodyPr>
          <a:lstStyle>
            <a:lvl1pPr lvl="0" algn="ctr">
              <a:lnSpc>
                <a:spcPct val="100000"/>
              </a:lnSpc>
              <a:spcBef>
                <a:spcPts val="0"/>
              </a:spcBef>
              <a:spcAft>
                <a:spcPts val="0"/>
              </a:spcAft>
              <a:buClr>
                <a:schemeClr val="dk1"/>
              </a:buClr>
              <a:buSzPts val="2400"/>
              <a:buNone/>
              <a:defRPr sz="2400"/>
            </a:lvl1pPr>
            <a:lvl2pPr lvl="1" algn="ctr">
              <a:lnSpc>
                <a:spcPct val="100000"/>
              </a:lnSpc>
              <a:spcBef>
                <a:spcPts val="0"/>
              </a:spcBef>
              <a:spcAft>
                <a:spcPts val="0"/>
              </a:spcAft>
              <a:buClr>
                <a:schemeClr val="dk1"/>
              </a:buClr>
              <a:buSzPts val="2000"/>
              <a:buNone/>
              <a:defRPr sz="2000"/>
            </a:lvl2pPr>
            <a:lvl3pPr lvl="2" algn="ctr">
              <a:lnSpc>
                <a:spcPct val="100000"/>
              </a:lnSpc>
              <a:spcBef>
                <a:spcPts val="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376" name="Google Shape;376;p35"/>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7" name="Google Shape;377;p35"/>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8" name="Google Shape;378;p35"/>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chemeClr val="accent2"/>
            </a:gs>
            <a:gs pos="100000">
              <a:schemeClr val="dk2"/>
            </a:gs>
          </a:gsLst>
          <a:lin ang="5400000" scaled="0"/>
        </a:gradFill>
      </p:bgPr>
    </p:bg>
    <p:spTree>
      <p:nvGrpSpPr>
        <p:cNvPr id="385" name="Shape 385"/>
        <p:cNvGrpSpPr/>
        <p:nvPr/>
      </p:nvGrpSpPr>
      <p:grpSpPr>
        <a:xfrm>
          <a:off x="0" y="0"/>
          <a:ext cx="0" cy="0"/>
          <a:chOff x="0" y="0"/>
          <a:chExt cx="0" cy="0"/>
        </a:xfrm>
      </p:grpSpPr>
      <p:sp>
        <p:nvSpPr>
          <p:cNvPr id="386" name="Google Shape;386;p37"/>
          <p:cNvSpPr/>
          <p:nvPr/>
        </p:nvSpPr>
        <p:spPr>
          <a:xfrm>
            <a:off x="7493000" y="524331"/>
            <a:ext cx="5439103" cy="5439103"/>
          </a:xfrm>
          <a:prstGeom prst="ellipse">
            <a:avLst/>
          </a:prstGeom>
          <a:gradFill>
            <a:gsLst>
              <a:gs pos="0">
                <a:srgbClr val="2F2A95"/>
              </a:gs>
              <a:gs pos="5000">
                <a:srgbClr val="2F2A95"/>
              </a:gs>
              <a:gs pos="100000">
                <a:srgbClr val="9ED8B3"/>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dk1"/>
              </a:buClr>
              <a:buSzPts val="1400"/>
              <a:buFont typeface="Verdana"/>
              <a:buNone/>
            </a:pPr>
            <a:r>
              <a:t/>
            </a:r>
            <a:endParaRPr b="0" i="0" sz="1400" u="none" cap="none" strike="noStrike">
              <a:solidFill>
                <a:srgbClr val="FFFFFF"/>
              </a:solidFill>
              <a:latin typeface="Verdana"/>
              <a:ea typeface="Verdana"/>
              <a:cs typeface="Verdana"/>
              <a:sym typeface="Verdana"/>
            </a:endParaRPr>
          </a:p>
        </p:txBody>
      </p:sp>
      <p:sp>
        <p:nvSpPr>
          <p:cNvPr id="387" name="Google Shape;387;p37"/>
          <p:cNvSpPr/>
          <p:nvPr/>
        </p:nvSpPr>
        <p:spPr>
          <a:xfrm>
            <a:off x="6586483" y="-986530"/>
            <a:ext cx="6949966" cy="6949964"/>
          </a:xfrm>
          <a:prstGeom prst="ellipse">
            <a:avLst/>
          </a:prstGeom>
          <a:noFill/>
          <a:ln cap="flat" cmpd="sng" w="177800">
            <a:solidFill>
              <a:schemeClr val="dk1"/>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dk1"/>
              </a:buClr>
              <a:buSzPts val="1400"/>
              <a:buFont typeface="Verdana"/>
              <a:buNone/>
            </a:pPr>
            <a:r>
              <a:t/>
            </a:r>
            <a:endParaRPr b="0" i="0" sz="1400" u="none" cap="none" strike="noStrike">
              <a:solidFill>
                <a:srgbClr val="FFFFFF"/>
              </a:solidFill>
              <a:latin typeface="Verdana"/>
              <a:ea typeface="Verdana"/>
              <a:cs typeface="Verdana"/>
              <a:sym typeface="Verdana"/>
            </a:endParaRPr>
          </a:p>
        </p:txBody>
      </p:sp>
      <p:sp>
        <p:nvSpPr>
          <p:cNvPr id="388" name="Google Shape;388;p37"/>
          <p:cNvSpPr/>
          <p:nvPr/>
        </p:nvSpPr>
        <p:spPr>
          <a:xfrm>
            <a:off x="10212552" y="1581934"/>
            <a:ext cx="5136931" cy="5136931"/>
          </a:xfrm>
          <a:prstGeom prst="ellipse">
            <a:avLst/>
          </a:prstGeom>
          <a:gradFill>
            <a:gsLst>
              <a:gs pos="0">
                <a:srgbClr val="000000"/>
              </a:gs>
              <a:gs pos="20000">
                <a:srgbClr val="000000"/>
              </a:gs>
              <a:gs pos="100000">
                <a:srgbClr val="F2F2F2">
                  <a:alpha val="0"/>
                </a:srgbClr>
              </a:gs>
            </a:gsLst>
            <a:lin ang="5400000" scaled="0"/>
          </a:gradFill>
          <a:ln>
            <a:noFill/>
          </a:ln>
          <a:effectLst>
            <a:outerShdw blurRad="381000" rotWithShape="0" algn="ctr">
              <a:srgbClr val="2F2A95">
                <a:alpha val="50196"/>
              </a:srgbClr>
            </a:outerShdw>
          </a:effectLst>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dk1"/>
              </a:buClr>
              <a:buSzPts val="1400"/>
              <a:buFont typeface="Verdana"/>
              <a:buNone/>
            </a:pPr>
            <a:r>
              <a:t/>
            </a:r>
            <a:endParaRPr b="0" i="0" sz="1400" u="none" cap="none" strike="noStrike">
              <a:solidFill>
                <a:srgbClr val="FFFFFF"/>
              </a:solidFill>
              <a:latin typeface="Verdana"/>
              <a:ea typeface="Verdana"/>
              <a:cs typeface="Verdana"/>
              <a:sym typeface="Verdana"/>
            </a:endParaRPr>
          </a:p>
        </p:txBody>
      </p:sp>
      <p:grpSp>
        <p:nvGrpSpPr>
          <p:cNvPr id="389" name="Google Shape;389;p37"/>
          <p:cNvGrpSpPr/>
          <p:nvPr/>
        </p:nvGrpSpPr>
        <p:grpSpPr>
          <a:xfrm>
            <a:off x="8097345" y="3546055"/>
            <a:ext cx="3626069" cy="3626069"/>
            <a:chOff x="6209862" y="3546055"/>
            <a:chExt cx="3626069" cy="3626069"/>
          </a:xfrm>
        </p:grpSpPr>
        <p:sp>
          <p:nvSpPr>
            <p:cNvPr id="390" name="Google Shape;390;p37"/>
            <p:cNvSpPr/>
            <p:nvPr/>
          </p:nvSpPr>
          <p:spPr>
            <a:xfrm>
              <a:off x="8325069" y="3583321"/>
              <a:ext cx="1510862" cy="2752379"/>
            </a:xfrm>
            <a:custGeom>
              <a:rect b="b" l="l" r="r" t="t"/>
              <a:pathLst>
                <a:path extrusionOk="0" h="2313594" w="1270000">
                  <a:moveTo>
                    <a:pt x="54550" y="0"/>
                  </a:moveTo>
                  <a:lnTo>
                    <a:pt x="199191" y="37191"/>
                  </a:lnTo>
                  <a:cubicBezTo>
                    <a:pt x="819564" y="230147"/>
                    <a:pt x="1270000" y="808809"/>
                    <a:pt x="1270000" y="1492675"/>
                  </a:cubicBezTo>
                  <a:cubicBezTo>
                    <a:pt x="1270000" y="1755701"/>
                    <a:pt x="1203368" y="2003164"/>
                    <a:pt x="1086062" y="2219104"/>
                  </a:cubicBezTo>
                  <a:lnTo>
                    <a:pt x="1028658" y="2313594"/>
                  </a:lnTo>
                  <a:lnTo>
                    <a:pt x="951883" y="2266952"/>
                  </a:lnTo>
                  <a:cubicBezTo>
                    <a:pt x="377585" y="1878964"/>
                    <a:pt x="0" y="1221915"/>
                    <a:pt x="0" y="476675"/>
                  </a:cubicBezTo>
                  <a:cubicBezTo>
                    <a:pt x="0" y="327627"/>
                    <a:pt x="15104" y="182107"/>
                    <a:pt x="43864" y="41561"/>
                  </a:cubicBezTo>
                  <a:close/>
                </a:path>
              </a:pathLst>
            </a:custGeom>
            <a:solidFill>
              <a:srgbClr val="D0BAA9"/>
            </a:solidFill>
            <a:ln>
              <a:noFill/>
            </a:ln>
            <a:effectLst>
              <a:outerShdw blurRad="381000" rotWithShape="0" algn="ctr">
                <a:srgbClr val="2F2A95">
                  <a:alpha val="90196"/>
                </a:srgbClr>
              </a:outerShdw>
            </a:effectLst>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dk1"/>
                </a:buClr>
                <a:buSzPts val="1400"/>
                <a:buFont typeface="Verdana"/>
                <a:buNone/>
              </a:pPr>
              <a:r>
                <a:t/>
              </a:r>
              <a:endParaRPr b="0" i="0" sz="1400" u="none" cap="none" strike="noStrike">
                <a:solidFill>
                  <a:srgbClr val="FFFFFF"/>
                </a:solidFill>
                <a:latin typeface="Verdana"/>
                <a:ea typeface="Verdana"/>
                <a:cs typeface="Verdana"/>
                <a:sym typeface="Verdana"/>
              </a:endParaRPr>
            </a:p>
          </p:txBody>
        </p:sp>
        <p:sp>
          <p:nvSpPr>
            <p:cNvPr id="391" name="Google Shape;391;p37"/>
            <p:cNvSpPr/>
            <p:nvPr/>
          </p:nvSpPr>
          <p:spPr>
            <a:xfrm>
              <a:off x="6209862" y="3546055"/>
              <a:ext cx="3626069" cy="3626069"/>
            </a:xfrm>
            <a:prstGeom prst="ellipse">
              <a:avLst/>
            </a:prstGeom>
            <a:no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dk1"/>
                </a:buClr>
                <a:buSzPts val="1400"/>
                <a:buFont typeface="Verdana"/>
                <a:buNone/>
              </a:pPr>
              <a:r>
                <a:t/>
              </a:r>
              <a:endParaRPr b="0" i="0" sz="1400" u="none" cap="none" strike="noStrike">
                <a:solidFill>
                  <a:srgbClr val="FFFFFF"/>
                </a:solidFill>
                <a:latin typeface="Verdana"/>
                <a:ea typeface="Verdana"/>
                <a:cs typeface="Verdana"/>
                <a:sym typeface="Verdana"/>
              </a:endParaRPr>
            </a:p>
          </p:txBody>
        </p:sp>
      </p:grpSp>
      <p:sp>
        <p:nvSpPr>
          <p:cNvPr id="392" name="Google Shape;392;p37"/>
          <p:cNvSpPr/>
          <p:nvPr/>
        </p:nvSpPr>
        <p:spPr>
          <a:xfrm>
            <a:off x="8097345" y="3546055"/>
            <a:ext cx="3626069" cy="3626069"/>
          </a:xfrm>
          <a:prstGeom prst="ellipse">
            <a:avLst/>
          </a:prstGeom>
          <a:noFill/>
          <a:ln cap="flat" cmpd="sng" w="177800">
            <a:solidFill>
              <a:schemeClr val="lt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dk1"/>
              </a:buClr>
              <a:buSzPts val="1400"/>
              <a:buFont typeface="Verdana"/>
              <a:buNone/>
            </a:pPr>
            <a:r>
              <a:t/>
            </a:r>
            <a:endParaRPr b="0" i="0" sz="1400" u="none" cap="none" strike="noStrike">
              <a:solidFill>
                <a:srgbClr val="FFFFFF"/>
              </a:solidFill>
              <a:latin typeface="Verdana"/>
              <a:ea typeface="Verdana"/>
              <a:cs typeface="Verdana"/>
              <a:sym typeface="Verdana"/>
            </a:endParaRPr>
          </a:p>
        </p:txBody>
      </p:sp>
      <p:sp>
        <p:nvSpPr>
          <p:cNvPr id="393" name="Google Shape;393;p37"/>
          <p:cNvSpPr/>
          <p:nvPr/>
        </p:nvSpPr>
        <p:spPr>
          <a:xfrm>
            <a:off x="1" y="2"/>
            <a:ext cx="7493000" cy="6857998"/>
          </a:xfrm>
          <a:custGeom>
            <a:rect b="b" l="l" r="r" t="t"/>
            <a:pathLst>
              <a:path extrusionOk="0" h="6857998" w="7493000">
                <a:moveTo>
                  <a:pt x="0" y="0"/>
                </a:moveTo>
                <a:lnTo>
                  <a:pt x="6951861" y="0"/>
                </a:lnTo>
                <a:lnTo>
                  <a:pt x="7043288" y="285404"/>
                </a:lnTo>
                <a:cubicBezTo>
                  <a:pt x="7332868" y="1251619"/>
                  <a:pt x="7493000" y="2313918"/>
                  <a:pt x="7493000" y="3428999"/>
                </a:cubicBezTo>
                <a:cubicBezTo>
                  <a:pt x="7493000" y="4544080"/>
                  <a:pt x="7332868" y="5606378"/>
                  <a:pt x="7043288" y="6572593"/>
                </a:cubicBezTo>
                <a:lnTo>
                  <a:pt x="6951860" y="6857998"/>
                </a:lnTo>
                <a:lnTo>
                  <a:pt x="0" y="6857998"/>
                </a:lnTo>
                <a:close/>
              </a:path>
            </a:pathLst>
          </a:custGeom>
          <a:solidFill>
            <a:schemeClr val="lt1"/>
          </a:solidFill>
          <a:ln>
            <a:noFill/>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pic>
        <p:nvPicPr>
          <p:cNvPr descr="Background pattern&#10;&#10;Description automatically generated" id="394" name="Google Shape;394;p37"/>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395" name="Google Shape;395;p37"/>
          <p:cNvSpPr txBox="1"/>
          <p:nvPr>
            <p:ph type="ctrTitle"/>
          </p:nvPr>
        </p:nvSpPr>
        <p:spPr>
          <a:xfrm>
            <a:off x="571500" y="2222500"/>
            <a:ext cx="5461000" cy="2667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6000"/>
              <a:buFont typeface="Arial"/>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6" name="Google Shape;396;p37"/>
          <p:cNvSpPr txBox="1"/>
          <p:nvPr>
            <p:ph idx="1" type="subTitle"/>
          </p:nvPr>
        </p:nvSpPr>
        <p:spPr>
          <a:xfrm>
            <a:off x="571500" y="5016500"/>
            <a:ext cx="5461000" cy="1269999"/>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chemeClr val="dk2"/>
              </a:buClr>
              <a:buSzPts val="2880"/>
              <a:buFont typeface="Lucida Sans"/>
              <a:buNone/>
              <a:defRPr sz="2400">
                <a:solidFill>
                  <a:schemeClr val="dk1"/>
                </a:solidFill>
                <a:latin typeface="Verdana"/>
                <a:ea typeface="Verdana"/>
                <a:cs typeface="Verdana"/>
                <a:sym typeface="Verdana"/>
              </a:defRPr>
            </a:lvl1pPr>
            <a:lvl2pPr lvl="1" algn="ctr">
              <a:lnSpc>
                <a:spcPct val="90000"/>
              </a:lnSpc>
              <a:spcBef>
                <a:spcPts val="1000"/>
              </a:spcBef>
              <a:spcAft>
                <a:spcPts val="0"/>
              </a:spcAft>
              <a:buSzPts val="2400"/>
              <a:buNone/>
              <a:defRPr sz="2000"/>
            </a:lvl2pPr>
            <a:lvl3pPr lvl="2" algn="ctr">
              <a:lnSpc>
                <a:spcPct val="90000"/>
              </a:lnSpc>
              <a:spcBef>
                <a:spcPts val="1000"/>
              </a:spcBef>
              <a:spcAft>
                <a:spcPts val="0"/>
              </a:spcAft>
              <a:buSzPts val="2160"/>
              <a:buNone/>
              <a:defRPr sz="1800"/>
            </a:lvl3pPr>
            <a:lvl4pPr lvl="3" algn="ctr">
              <a:lnSpc>
                <a:spcPct val="90000"/>
              </a:lnSpc>
              <a:spcBef>
                <a:spcPts val="1000"/>
              </a:spcBef>
              <a:spcAft>
                <a:spcPts val="0"/>
              </a:spcAft>
              <a:buSzPts val="1920"/>
              <a:buNone/>
              <a:defRPr sz="1600"/>
            </a:lvl4pPr>
            <a:lvl5pPr lvl="4" algn="ctr">
              <a:lnSpc>
                <a:spcPct val="90000"/>
              </a:lnSpc>
              <a:spcBef>
                <a:spcPts val="1000"/>
              </a:spcBef>
              <a:spcAft>
                <a:spcPts val="0"/>
              </a:spcAft>
              <a:buSzPts val="1600"/>
              <a:buNone/>
              <a:defRPr sz="1600"/>
            </a:lvl5pPr>
            <a:lvl6pPr lvl="5" algn="ctr">
              <a:lnSpc>
                <a:spcPct val="90000"/>
              </a:lnSpc>
              <a:spcBef>
                <a:spcPts val="1000"/>
              </a:spcBef>
              <a:spcAft>
                <a:spcPts val="0"/>
              </a:spcAft>
              <a:buSzPts val="1920"/>
              <a:buNone/>
              <a:defRPr sz="1600"/>
            </a:lvl6pPr>
            <a:lvl7pPr lvl="6" algn="ctr">
              <a:lnSpc>
                <a:spcPct val="90000"/>
              </a:lnSpc>
              <a:spcBef>
                <a:spcPts val="1000"/>
              </a:spcBef>
              <a:spcAft>
                <a:spcPts val="0"/>
              </a:spcAft>
              <a:buSzPts val="1920"/>
              <a:buNone/>
              <a:defRPr sz="1600"/>
            </a:lvl7pPr>
            <a:lvl8pPr lvl="7" algn="ctr">
              <a:lnSpc>
                <a:spcPct val="90000"/>
              </a:lnSpc>
              <a:spcBef>
                <a:spcPts val="1000"/>
              </a:spcBef>
              <a:spcAft>
                <a:spcPts val="0"/>
              </a:spcAft>
              <a:buSzPts val="1920"/>
              <a:buNone/>
              <a:defRPr sz="1600"/>
            </a:lvl8pPr>
            <a:lvl9pPr lvl="8" algn="ctr">
              <a:lnSpc>
                <a:spcPct val="90000"/>
              </a:lnSpc>
              <a:spcBef>
                <a:spcPts val="1000"/>
              </a:spcBef>
              <a:spcAft>
                <a:spcPts val="0"/>
              </a:spcAft>
              <a:buClr>
                <a:schemeClr val="dk1"/>
              </a:buClr>
              <a:buSzPts val="1920"/>
              <a:buNone/>
              <a:defRPr sz="1600"/>
            </a:lvl9pPr>
          </a:lstStyle>
          <a:p/>
        </p:txBody>
      </p:sp>
      <p:sp>
        <p:nvSpPr>
          <p:cNvPr id="397" name="Google Shape;397;p37"/>
          <p:cNvSpPr txBox="1"/>
          <p:nvPr>
            <p:ph idx="11" type="ftr"/>
          </p:nvPr>
        </p:nvSpPr>
        <p:spPr>
          <a:xfrm>
            <a:off x="571500" y="6477000"/>
            <a:ext cx="26670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8" name="Google Shape;398;p37"/>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9" name="Google Shape;399;p37"/>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00" name="Google Shape;400;p37"/>
          <p:cNvSpPr/>
          <p:nvPr/>
        </p:nvSpPr>
        <p:spPr>
          <a:xfrm>
            <a:off x="571500" y="476251"/>
            <a:ext cx="2143123" cy="571499"/>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86"/>
                                        </p:tgtEl>
                                        <p:attrNameLst>
                                          <p:attrName>style.visibility</p:attrName>
                                        </p:attrNameLst>
                                      </p:cBhvr>
                                      <p:to>
                                        <p:strVal val="visible"/>
                                      </p:to>
                                    </p:set>
                                    <p:anim calcmode="lin" valueType="num">
                                      <p:cBhvr additive="base">
                                        <p:cTn dur="500"/>
                                        <p:tgtEl>
                                          <p:spTgt spid="386"/>
                                        </p:tgtEl>
                                        <p:attrNameLst>
                                          <p:attrName>ppt_w</p:attrName>
                                        </p:attrNameLst>
                                      </p:cBhvr>
                                      <p:tavLst>
                                        <p:tav fmla="" tm="0">
                                          <p:val>
                                            <p:strVal val="0"/>
                                          </p:val>
                                        </p:tav>
                                        <p:tav fmla="" tm="100000">
                                          <p:val>
                                            <p:strVal val="#ppt_w"/>
                                          </p:val>
                                        </p:tav>
                                      </p:tavLst>
                                    </p:anim>
                                    <p:anim calcmode="lin" valueType="num">
                                      <p:cBhvr additive="base">
                                        <p:cTn dur="500"/>
                                        <p:tgtEl>
                                          <p:spTgt spid="38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300"/>
                                  </p:stCondLst>
                                  <p:childTnLst>
                                    <p:set>
                                      <p:cBhvr>
                                        <p:cTn dur="1" fill="hold">
                                          <p:stCondLst>
                                            <p:cond delay="0"/>
                                          </p:stCondLst>
                                        </p:cTn>
                                        <p:tgtEl>
                                          <p:spTgt spid="388"/>
                                        </p:tgtEl>
                                        <p:attrNameLst>
                                          <p:attrName>style.visibility</p:attrName>
                                        </p:attrNameLst>
                                      </p:cBhvr>
                                      <p:to>
                                        <p:strVal val="visible"/>
                                      </p:to>
                                    </p:set>
                                    <p:anim calcmode="lin" valueType="num">
                                      <p:cBhvr additive="base">
                                        <p:cTn dur="500"/>
                                        <p:tgtEl>
                                          <p:spTgt spid="388"/>
                                        </p:tgtEl>
                                        <p:attrNameLst>
                                          <p:attrName>ppt_w</p:attrName>
                                        </p:attrNameLst>
                                      </p:cBhvr>
                                      <p:tavLst>
                                        <p:tav fmla="" tm="0">
                                          <p:val>
                                            <p:strVal val="0"/>
                                          </p:val>
                                        </p:tav>
                                        <p:tav fmla="" tm="100000">
                                          <p:val>
                                            <p:strVal val="#ppt_w"/>
                                          </p:val>
                                        </p:tav>
                                      </p:tavLst>
                                    </p:anim>
                                    <p:anim calcmode="lin" valueType="num">
                                      <p:cBhvr additive="base">
                                        <p:cTn dur="500"/>
                                        <p:tgtEl>
                                          <p:spTgt spid="388"/>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400"/>
                                  </p:stCondLst>
                                  <p:childTnLst>
                                    <p:set>
                                      <p:cBhvr>
                                        <p:cTn dur="1" fill="hold">
                                          <p:stCondLst>
                                            <p:cond delay="0"/>
                                          </p:stCondLst>
                                        </p:cTn>
                                        <p:tgtEl>
                                          <p:spTgt spid="387"/>
                                        </p:tgtEl>
                                        <p:attrNameLst>
                                          <p:attrName>style.visibility</p:attrName>
                                        </p:attrNameLst>
                                      </p:cBhvr>
                                      <p:to>
                                        <p:strVal val="visible"/>
                                      </p:to>
                                    </p:set>
                                    <p:anim calcmode="lin" valueType="num">
                                      <p:cBhvr additive="base">
                                        <p:cTn dur="500"/>
                                        <p:tgtEl>
                                          <p:spTgt spid="387"/>
                                        </p:tgtEl>
                                        <p:attrNameLst>
                                          <p:attrName>ppt_w</p:attrName>
                                        </p:attrNameLst>
                                      </p:cBhvr>
                                      <p:tavLst>
                                        <p:tav fmla="" tm="0">
                                          <p:val>
                                            <p:strVal val="0"/>
                                          </p:val>
                                        </p:tav>
                                        <p:tav fmla="" tm="100000">
                                          <p:val>
                                            <p:strVal val="#ppt_w"/>
                                          </p:val>
                                        </p:tav>
                                      </p:tavLst>
                                    </p:anim>
                                    <p:anim calcmode="lin" valueType="num">
                                      <p:cBhvr additive="base">
                                        <p:cTn dur="500"/>
                                        <p:tgtEl>
                                          <p:spTgt spid="38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392"/>
                                        </p:tgtEl>
                                        <p:attrNameLst>
                                          <p:attrName>style.visibility</p:attrName>
                                        </p:attrNameLst>
                                      </p:cBhvr>
                                      <p:to>
                                        <p:strVal val="visible"/>
                                      </p:to>
                                    </p:set>
                                    <p:anim calcmode="lin" valueType="num">
                                      <p:cBhvr additive="base">
                                        <p:cTn dur="500"/>
                                        <p:tgtEl>
                                          <p:spTgt spid="392"/>
                                        </p:tgtEl>
                                        <p:attrNameLst>
                                          <p:attrName>ppt_w</p:attrName>
                                        </p:attrNameLst>
                                      </p:cBhvr>
                                      <p:tavLst>
                                        <p:tav fmla="" tm="0">
                                          <p:val>
                                            <p:strVal val="0"/>
                                          </p:val>
                                        </p:tav>
                                        <p:tav fmla="" tm="100000">
                                          <p:val>
                                            <p:strVal val="#ppt_w"/>
                                          </p:val>
                                        </p:tav>
                                      </p:tavLst>
                                    </p:anim>
                                    <p:anim calcmode="lin" valueType="num">
                                      <p:cBhvr additive="base">
                                        <p:cTn dur="500"/>
                                        <p:tgtEl>
                                          <p:spTgt spid="392"/>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75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par>
                                <p:cTn fill="hold" nodeType="withEffect" presetClass="entr" presetID="10" presetSubtype="0">
                                  <p:stCondLst>
                                    <p:cond delay="300"/>
                                  </p:stCondLst>
                                  <p:childTnLst>
                                    <p:set>
                                      <p:cBhvr>
                                        <p:cTn dur="1" fill="hold">
                                          <p:stCondLst>
                                            <p:cond delay="0"/>
                                          </p:stCondLst>
                                        </p:cTn>
                                        <p:tgtEl>
                                          <p:spTgt spid="395"/>
                                        </p:tgtEl>
                                        <p:attrNameLst>
                                          <p:attrName>style.visibility</p:attrName>
                                        </p:attrNameLst>
                                      </p:cBhvr>
                                      <p:to>
                                        <p:strVal val="visible"/>
                                      </p:to>
                                    </p:set>
                                    <p:animEffect filter="fade" transition="in">
                                      <p:cBhvr>
                                        <p:cTn dur="750"/>
                                        <p:tgtEl>
                                          <p:spTgt spid="395"/>
                                        </p:tgtEl>
                                      </p:cBhvr>
                                    </p:animEffect>
                                  </p:childTnLst>
                                </p:cTn>
                              </p:par>
                            </p:childTnLst>
                          </p:cTn>
                        </p:par>
                        <p:par>
                          <p:cTn fill="hold">
                            <p:stCondLst>
                              <p:cond delay="1250"/>
                            </p:stCondLst>
                            <p:childTnLst>
                              <p:par>
                                <p:cTn fill="hold" nodeType="afterEffect" presetClass="entr" presetID="10" presetSubtype="0">
                                  <p:stCondLst>
                                    <p:cond delay="400"/>
                                  </p:stCondLst>
                                  <p:childTnLst>
                                    <p:set>
                                      <p:cBhvr>
                                        <p:cTn dur="1" fill="hold">
                                          <p:stCondLst>
                                            <p:cond delay="0"/>
                                          </p:stCondLst>
                                        </p:cTn>
                                        <p:tgtEl>
                                          <p:spTgt spid="396"/>
                                        </p:tgtEl>
                                        <p:attrNameLst>
                                          <p:attrName>style.visibility</p:attrName>
                                        </p:attrNameLst>
                                      </p:cBhvr>
                                      <p:to>
                                        <p:strVal val="visible"/>
                                      </p:to>
                                    </p:set>
                                    <p:animEffect filter="fade" transition="in">
                                      <p:cBhvr>
                                        <p:cTn dur="750"/>
                                        <p:tgtEl>
                                          <p:spTgt spid="39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250"/>
                                        <p:tgtEl>
                                          <p:spTgt spid="393"/>
                                        </p:tgtEl>
                                      </p:cBhvr>
                                    </p:animEffect>
                                  </p:childTnLst>
                                </p:cTn>
                              </p:par>
                              <p:par>
                                <p:cTn fill="hold" nodeType="withEffect" presetClass="entr" presetID="10" presetSubtype="0">
                                  <p:stCondLst>
                                    <p:cond delay="100"/>
                                  </p:stCondLst>
                                  <p:childTnLst>
                                    <p:set>
                                      <p:cBhvr>
                                        <p:cTn dur="1" fill="hold">
                                          <p:stCondLst>
                                            <p:cond delay="0"/>
                                          </p:stCondLst>
                                        </p:cTn>
                                        <p:tgtEl>
                                          <p:spTgt spid="400"/>
                                        </p:tgtEl>
                                        <p:attrNameLst>
                                          <p:attrName>style.visibility</p:attrName>
                                        </p:attrNameLst>
                                      </p:cBhvr>
                                      <p:to>
                                        <p:strVal val="visible"/>
                                      </p:to>
                                    </p:set>
                                    <p:animEffect filter="fade" transition="in">
                                      <p:cBhvr>
                                        <p:cTn dur="75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dark)">
  <p:cSld name="Title Slide (dark)">
    <p:bg>
      <p:bgPr>
        <a:gradFill>
          <a:gsLst>
            <a:gs pos="0">
              <a:schemeClr val="dk2"/>
            </a:gs>
            <a:gs pos="100000">
              <a:schemeClr val="accent3"/>
            </a:gs>
          </a:gsLst>
          <a:lin ang="5400000" scaled="0"/>
        </a:gradFill>
      </p:bgPr>
    </p:bg>
    <p:spTree>
      <p:nvGrpSpPr>
        <p:cNvPr id="401" name="Shape 401"/>
        <p:cNvGrpSpPr/>
        <p:nvPr/>
      </p:nvGrpSpPr>
      <p:grpSpPr>
        <a:xfrm>
          <a:off x="0" y="0"/>
          <a:ext cx="0" cy="0"/>
          <a:chOff x="0" y="0"/>
          <a:chExt cx="0" cy="0"/>
        </a:xfrm>
      </p:grpSpPr>
      <p:sp>
        <p:nvSpPr>
          <p:cNvPr id="402" name="Google Shape;402;p38"/>
          <p:cNvSpPr/>
          <p:nvPr/>
        </p:nvSpPr>
        <p:spPr>
          <a:xfrm>
            <a:off x="7493000" y="524331"/>
            <a:ext cx="5439103" cy="5439103"/>
          </a:xfrm>
          <a:prstGeom prst="ellipse">
            <a:avLst/>
          </a:prstGeom>
          <a:gradFill>
            <a:gsLst>
              <a:gs pos="0">
                <a:schemeClr val="accent5"/>
              </a:gs>
              <a:gs pos="1000">
                <a:schemeClr val="accent5"/>
              </a:gs>
              <a:gs pos="100000">
                <a:srgbClr val="D0BAA9">
                  <a:alpha val="0"/>
                </a:srgbClr>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sp>
        <p:nvSpPr>
          <p:cNvPr id="403" name="Google Shape;403;p38"/>
          <p:cNvSpPr/>
          <p:nvPr/>
        </p:nvSpPr>
        <p:spPr>
          <a:xfrm>
            <a:off x="6586483" y="-986530"/>
            <a:ext cx="6949966" cy="6949964"/>
          </a:xfrm>
          <a:prstGeom prst="ellipse">
            <a:avLst/>
          </a:prstGeom>
          <a:noFill/>
          <a:ln cap="flat" cmpd="sng" w="177800">
            <a:solidFill>
              <a:schemeClr val="lt1"/>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sp>
        <p:nvSpPr>
          <p:cNvPr id="404" name="Google Shape;404;p38"/>
          <p:cNvSpPr/>
          <p:nvPr/>
        </p:nvSpPr>
        <p:spPr>
          <a:xfrm>
            <a:off x="10212552" y="1581934"/>
            <a:ext cx="5136931" cy="5136931"/>
          </a:xfrm>
          <a:prstGeom prst="ellipse">
            <a:avLst/>
          </a:prstGeom>
          <a:gradFill>
            <a:gsLst>
              <a:gs pos="0">
                <a:schemeClr val="dk1"/>
              </a:gs>
              <a:gs pos="20000">
                <a:schemeClr val="dk1"/>
              </a:gs>
              <a:gs pos="90000">
                <a:srgbClr val="000000">
                  <a:alpha val="0"/>
                </a:srgbClr>
              </a:gs>
              <a:gs pos="100000">
                <a:srgbClr val="000000">
                  <a:alpha val="0"/>
                </a:srgbClr>
              </a:gs>
            </a:gsLst>
            <a:lin ang="5400000" scaled="0"/>
          </a:gradFill>
          <a:ln>
            <a:noFill/>
          </a:ln>
          <a:effectLst>
            <a:outerShdw blurRad="381000" rotWithShape="0" algn="ctr">
              <a:schemeClr val="dk1">
                <a:alpha val="50196"/>
              </a:schemeClr>
            </a:outerShdw>
          </a:effectLst>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grpSp>
        <p:nvGrpSpPr>
          <p:cNvPr id="405" name="Google Shape;405;p38"/>
          <p:cNvGrpSpPr/>
          <p:nvPr/>
        </p:nvGrpSpPr>
        <p:grpSpPr>
          <a:xfrm>
            <a:off x="8097345" y="3546055"/>
            <a:ext cx="3626069" cy="3626069"/>
            <a:chOff x="6209862" y="3546055"/>
            <a:chExt cx="3626069" cy="3626069"/>
          </a:xfrm>
        </p:grpSpPr>
        <p:sp>
          <p:nvSpPr>
            <p:cNvPr id="406" name="Google Shape;406;p38"/>
            <p:cNvSpPr/>
            <p:nvPr/>
          </p:nvSpPr>
          <p:spPr>
            <a:xfrm>
              <a:off x="8325069" y="3583321"/>
              <a:ext cx="1510862" cy="2752379"/>
            </a:xfrm>
            <a:custGeom>
              <a:rect b="b" l="l" r="r" t="t"/>
              <a:pathLst>
                <a:path extrusionOk="0" h="2313594" w="1270000">
                  <a:moveTo>
                    <a:pt x="54550" y="0"/>
                  </a:moveTo>
                  <a:lnTo>
                    <a:pt x="199191" y="37191"/>
                  </a:lnTo>
                  <a:cubicBezTo>
                    <a:pt x="819564" y="230147"/>
                    <a:pt x="1270000" y="808809"/>
                    <a:pt x="1270000" y="1492675"/>
                  </a:cubicBezTo>
                  <a:cubicBezTo>
                    <a:pt x="1270000" y="1755701"/>
                    <a:pt x="1203368" y="2003164"/>
                    <a:pt x="1086062" y="2219104"/>
                  </a:cubicBezTo>
                  <a:lnTo>
                    <a:pt x="1028658" y="2313594"/>
                  </a:lnTo>
                  <a:lnTo>
                    <a:pt x="951883" y="2266952"/>
                  </a:lnTo>
                  <a:cubicBezTo>
                    <a:pt x="377585" y="1878964"/>
                    <a:pt x="0" y="1221915"/>
                    <a:pt x="0" y="476675"/>
                  </a:cubicBezTo>
                  <a:cubicBezTo>
                    <a:pt x="0" y="327627"/>
                    <a:pt x="15104" y="182107"/>
                    <a:pt x="43864" y="41561"/>
                  </a:cubicBezTo>
                  <a:close/>
                </a:path>
              </a:pathLst>
            </a:custGeom>
            <a:solidFill>
              <a:schemeClr val="accent2"/>
            </a:solidFill>
            <a:ln>
              <a:noFill/>
            </a:ln>
            <a:effectLst>
              <a:outerShdw blurRad="381000" rotWithShape="0" algn="ctr">
                <a:schemeClr val="dk1">
                  <a:alpha val="50196"/>
                </a:schemeClr>
              </a:outerShdw>
            </a:effectLst>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sp>
          <p:nvSpPr>
            <p:cNvPr id="407" name="Google Shape;407;p38"/>
            <p:cNvSpPr/>
            <p:nvPr/>
          </p:nvSpPr>
          <p:spPr>
            <a:xfrm>
              <a:off x="6209862" y="3546055"/>
              <a:ext cx="3626069" cy="3626069"/>
            </a:xfrm>
            <a:prstGeom prst="ellipse">
              <a:avLst/>
            </a:prstGeom>
            <a:no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grpSp>
      <p:sp>
        <p:nvSpPr>
          <p:cNvPr id="408" name="Google Shape;408;p38"/>
          <p:cNvSpPr/>
          <p:nvPr/>
        </p:nvSpPr>
        <p:spPr>
          <a:xfrm>
            <a:off x="8097345" y="3546055"/>
            <a:ext cx="3626069" cy="3626069"/>
          </a:xfrm>
          <a:prstGeom prst="ellipse">
            <a:avLst/>
          </a:prstGeom>
          <a:noFill/>
          <a:ln cap="flat" cmpd="sng" w="177800">
            <a:solidFill>
              <a:schemeClr val="dk1"/>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pic>
        <p:nvPicPr>
          <p:cNvPr descr="Background pattern&#10;&#10;Description automatically generated" id="409" name="Google Shape;409;p38"/>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410" name="Google Shape;410;p38"/>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1" name="Google Shape;411;p38"/>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12" name="Google Shape;412;p38"/>
          <p:cNvSpPr/>
          <p:nvPr/>
        </p:nvSpPr>
        <p:spPr>
          <a:xfrm>
            <a:off x="1" y="2"/>
            <a:ext cx="7493000" cy="6857998"/>
          </a:xfrm>
          <a:custGeom>
            <a:rect b="b" l="l" r="r" t="t"/>
            <a:pathLst>
              <a:path extrusionOk="0" h="6857998" w="7493000">
                <a:moveTo>
                  <a:pt x="0" y="0"/>
                </a:moveTo>
                <a:lnTo>
                  <a:pt x="6951861" y="0"/>
                </a:lnTo>
                <a:lnTo>
                  <a:pt x="7043288" y="285404"/>
                </a:lnTo>
                <a:cubicBezTo>
                  <a:pt x="7332868" y="1251619"/>
                  <a:pt x="7493000" y="2313918"/>
                  <a:pt x="7493000" y="3428999"/>
                </a:cubicBezTo>
                <a:cubicBezTo>
                  <a:pt x="7493000" y="4544080"/>
                  <a:pt x="7332868" y="5606378"/>
                  <a:pt x="7043288" y="6572593"/>
                </a:cubicBezTo>
                <a:lnTo>
                  <a:pt x="6951860" y="6857998"/>
                </a:lnTo>
                <a:lnTo>
                  <a:pt x="0" y="6857998"/>
                </a:lnTo>
                <a:close/>
              </a:path>
            </a:pathLst>
          </a:custGeom>
          <a:gradFill>
            <a:gsLst>
              <a:gs pos="0">
                <a:srgbClr val="231F6F"/>
              </a:gs>
              <a:gs pos="80000">
                <a:srgbClr val="17144A"/>
              </a:gs>
              <a:gs pos="100000">
                <a:srgbClr val="17144A"/>
              </a:gs>
            </a:gsLst>
            <a:lin ang="7800000" scaled="0"/>
          </a:gradFill>
          <a:ln>
            <a:noFill/>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413" name="Google Shape;413;p38"/>
          <p:cNvSpPr txBox="1"/>
          <p:nvPr>
            <p:ph type="ctrTitle"/>
          </p:nvPr>
        </p:nvSpPr>
        <p:spPr>
          <a:xfrm>
            <a:off x="571500" y="2222500"/>
            <a:ext cx="5461000" cy="2667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4" name="Google Shape;414;p38"/>
          <p:cNvSpPr txBox="1"/>
          <p:nvPr>
            <p:ph idx="1" type="subTitle"/>
          </p:nvPr>
        </p:nvSpPr>
        <p:spPr>
          <a:xfrm>
            <a:off x="571500" y="5016500"/>
            <a:ext cx="5461000" cy="1269999"/>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chemeClr val="lt2"/>
              </a:buClr>
              <a:buSzPts val="2880"/>
              <a:buFont typeface="Lucida Sans"/>
              <a:buNone/>
              <a:defRPr sz="2400">
                <a:solidFill>
                  <a:schemeClr val="lt1"/>
                </a:solidFill>
                <a:latin typeface="Verdana"/>
                <a:ea typeface="Verdana"/>
                <a:cs typeface="Verdana"/>
                <a:sym typeface="Verdana"/>
              </a:defRPr>
            </a:lvl1pPr>
            <a:lvl2pPr lvl="1" algn="ctr">
              <a:lnSpc>
                <a:spcPct val="90000"/>
              </a:lnSpc>
              <a:spcBef>
                <a:spcPts val="1000"/>
              </a:spcBef>
              <a:spcAft>
                <a:spcPts val="0"/>
              </a:spcAft>
              <a:buSzPts val="2400"/>
              <a:buNone/>
              <a:defRPr sz="2000"/>
            </a:lvl2pPr>
            <a:lvl3pPr lvl="2" algn="ctr">
              <a:lnSpc>
                <a:spcPct val="90000"/>
              </a:lnSpc>
              <a:spcBef>
                <a:spcPts val="1000"/>
              </a:spcBef>
              <a:spcAft>
                <a:spcPts val="0"/>
              </a:spcAft>
              <a:buSzPts val="2160"/>
              <a:buNone/>
              <a:defRPr sz="1800"/>
            </a:lvl3pPr>
            <a:lvl4pPr lvl="3" algn="ctr">
              <a:lnSpc>
                <a:spcPct val="90000"/>
              </a:lnSpc>
              <a:spcBef>
                <a:spcPts val="1000"/>
              </a:spcBef>
              <a:spcAft>
                <a:spcPts val="0"/>
              </a:spcAft>
              <a:buSzPts val="1920"/>
              <a:buNone/>
              <a:defRPr sz="1600"/>
            </a:lvl4pPr>
            <a:lvl5pPr lvl="4" algn="ctr">
              <a:lnSpc>
                <a:spcPct val="90000"/>
              </a:lnSpc>
              <a:spcBef>
                <a:spcPts val="1000"/>
              </a:spcBef>
              <a:spcAft>
                <a:spcPts val="0"/>
              </a:spcAft>
              <a:buSzPts val="1600"/>
              <a:buNone/>
              <a:defRPr sz="1600"/>
            </a:lvl5pPr>
            <a:lvl6pPr lvl="5" algn="ctr">
              <a:lnSpc>
                <a:spcPct val="90000"/>
              </a:lnSpc>
              <a:spcBef>
                <a:spcPts val="1000"/>
              </a:spcBef>
              <a:spcAft>
                <a:spcPts val="0"/>
              </a:spcAft>
              <a:buSzPts val="1920"/>
              <a:buNone/>
              <a:defRPr sz="1600"/>
            </a:lvl6pPr>
            <a:lvl7pPr lvl="6" algn="ctr">
              <a:lnSpc>
                <a:spcPct val="90000"/>
              </a:lnSpc>
              <a:spcBef>
                <a:spcPts val="1000"/>
              </a:spcBef>
              <a:spcAft>
                <a:spcPts val="0"/>
              </a:spcAft>
              <a:buSzPts val="1920"/>
              <a:buNone/>
              <a:defRPr sz="1600"/>
            </a:lvl7pPr>
            <a:lvl8pPr lvl="7" algn="ctr">
              <a:lnSpc>
                <a:spcPct val="90000"/>
              </a:lnSpc>
              <a:spcBef>
                <a:spcPts val="1000"/>
              </a:spcBef>
              <a:spcAft>
                <a:spcPts val="0"/>
              </a:spcAft>
              <a:buSzPts val="1920"/>
              <a:buNone/>
              <a:defRPr sz="1600"/>
            </a:lvl8pPr>
            <a:lvl9pPr lvl="8" algn="ctr">
              <a:lnSpc>
                <a:spcPct val="90000"/>
              </a:lnSpc>
              <a:spcBef>
                <a:spcPts val="1000"/>
              </a:spcBef>
              <a:spcAft>
                <a:spcPts val="0"/>
              </a:spcAft>
              <a:buClr>
                <a:schemeClr val="lt1"/>
              </a:buClr>
              <a:buSzPts val="1920"/>
              <a:buNone/>
              <a:defRPr sz="1600"/>
            </a:lvl9pPr>
          </a:lstStyle>
          <a:p/>
        </p:txBody>
      </p:sp>
      <p:sp>
        <p:nvSpPr>
          <p:cNvPr id="415" name="Google Shape;415;p38"/>
          <p:cNvSpPr txBox="1"/>
          <p:nvPr>
            <p:ph idx="11" type="ftr"/>
          </p:nvPr>
        </p:nvSpPr>
        <p:spPr>
          <a:xfrm>
            <a:off x="571500" y="6477000"/>
            <a:ext cx="26670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6" name="Google Shape;416;p38"/>
          <p:cNvSpPr/>
          <p:nvPr/>
        </p:nvSpPr>
        <p:spPr>
          <a:xfrm>
            <a:off x="571500" y="476251"/>
            <a:ext cx="2143123" cy="571499"/>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413"/>
                                        </p:tgtEl>
                                        <p:attrNameLst>
                                          <p:attrName>style.visibility</p:attrName>
                                        </p:attrNameLst>
                                      </p:cBhvr>
                                      <p:to>
                                        <p:strVal val="visible"/>
                                      </p:to>
                                    </p:set>
                                    <p:animEffect filter="fade" transition="in">
                                      <p:cBhvr>
                                        <p:cTn dur="750"/>
                                        <p:tgtEl>
                                          <p:spTgt spid="413"/>
                                        </p:tgtEl>
                                      </p:cBhvr>
                                    </p:animEffect>
                                  </p:childTnLst>
                                </p:cTn>
                              </p:par>
                            </p:childTnLst>
                          </p:cTn>
                        </p:par>
                        <p:par>
                          <p:cTn fill="hold">
                            <p:stCondLst>
                              <p:cond delay="750"/>
                            </p:stCondLst>
                            <p:childTnLst>
                              <p:par>
                                <p:cTn fill="hold" nodeType="afterEffect" presetClass="entr" presetID="10" presetSubtype="0">
                                  <p:stCondLst>
                                    <p:cond delay="400"/>
                                  </p:stCondLst>
                                  <p:childTnLst>
                                    <p:set>
                                      <p:cBhvr>
                                        <p:cTn dur="1" fill="hold">
                                          <p:stCondLst>
                                            <p:cond delay="0"/>
                                          </p:stCondLst>
                                        </p:cTn>
                                        <p:tgtEl>
                                          <p:spTgt spid="414"/>
                                        </p:tgtEl>
                                        <p:attrNameLst>
                                          <p:attrName>style.visibility</p:attrName>
                                        </p:attrNameLst>
                                      </p:cBhvr>
                                      <p:to>
                                        <p:strVal val="visible"/>
                                      </p:to>
                                    </p:set>
                                    <p:animEffect filter="fade" transition="in">
                                      <p:cBhvr>
                                        <p:cTn dur="750"/>
                                        <p:tgtEl>
                                          <p:spTgt spid="414"/>
                                        </p:tgtEl>
                                      </p:cBhvr>
                                    </p:animEffect>
                                  </p:childTnLst>
                                </p:cTn>
                              </p:par>
                            </p:childTnLst>
                          </p:cTn>
                        </p:par>
                        <p:par>
                          <p:cTn fill="hold">
                            <p:stCondLst>
                              <p:cond delay="1500"/>
                            </p:stCondLst>
                            <p:childTnLst>
                              <p:par>
                                <p:cTn fill="hold" nodeType="afterEffect" presetClass="entr" presetID="10" presetSubtype="0">
                                  <p:stCondLst>
                                    <p:cond delay="100"/>
                                  </p:stCondLst>
                                  <p:childTnLst>
                                    <p:set>
                                      <p:cBhvr>
                                        <p:cTn dur="1" fill="hold">
                                          <p:stCondLst>
                                            <p:cond delay="0"/>
                                          </p:stCondLst>
                                        </p:cTn>
                                        <p:tgtEl>
                                          <p:spTgt spid="416"/>
                                        </p:tgtEl>
                                        <p:attrNameLst>
                                          <p:attrName>style.visibility</p:attrName>
                                        </p:attrNameLst>
                                      </p:cBhvr>
                                      <p:to>
                                        <p:strVal val="visible"/>
                                      </p:to>
                                    </p:set>
                                    <p:animEffect filter="fade" transition="in">
                                      <p:cBhvr>
                                        <p:cTn dur="750"/>
                                        <p:tgtEl>
                                          <p:spTgt spid="416"/>
                                        </p:tgtEl>
                                      </p:cBhvr>
                                    </p:animEffect>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250"/>
                                        <p:tgtEl>
                                          <p:spTgt spid="412"/>
                                        </p:tgtEl>
                                      </p:cBhvr>
                                    </p:animEffect>
                                  </p:childTnLst>
                                </p:cTn>
                              </p:par>
                              <p:par>
                                <p:cTn fill="hold" nodeType="withEffect" presetClass="entr" presetID="23" presetSubtype="16">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500"/>
                                        <p:tgtEl>
                                          <p:spTgt spid="402"/>
                                        </p:tgtEl>
                                        <p:attrNameLst>
                                          <p:attrName>ppt_w</p:attrName>
                                        </p:attrNameLst>
                                      </p:cBhvr>
                                      <p:tavLst>
                                        <p:tav fmla="" tm="0">
                                          <p:val>
                                            <p:strVal val="0"/>
                                          </p:val>
                                        </p:tav>
                                        <p:tav fmla="" tm="100000">
                                          <p:val>
                                            <p:strVal val="#ppt_w"/>
                                          </p:val>
                                        </p:tav>
                                      </p:tavLst>
                                    </p:anim>
                                    <p:anim calcmode="lin" valueType="num">
                                      <p:cBhvr additive="base">
                                        <p:cTn dur="500"/>
                                        <p:tgtEl>
                                          <p:spTgt spid="40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300"/>
                                  </p:stCondLst>
                                  <p:childTnLst>
                                    <p:set>
                                      <p:cBhvr>
                                        <p:cTn dur="1" fill="hold">
                                          <p:stCondLst>
                                            <p:cond delay="0"/>
                                          </p:stCondLst>
                                        </p:cTn>
                                        <p:tgtEl>
                                          <p:spTgt spid="404"/>
                                        </p:tgtEl>
                                        <p:attrNameLst>
                                          <p:attrName>style.visibility</p:attrName>
                                        </p:attrNameLst>
                                      </p:cBhvr>
                                      <p:to>
                                        <p:strVal val="visible"/>
                                      </p:to>
                                    </p:set>
                                    <p:anim calcmode="lin" valueType="num">
                                      <p:cBhvr additive="base">
                                        <p:cTn dur="500"/>
                                        <p:tgtEl>
                                          <p:spTgt spid="404"/>
                                        </p:tgtEl>
                                        <p:attrNameLst>
                                          <p:attrName>ppt_w</p:attrName>
                                        </p:attrNameLst>
                                      </p:cBhvr>
                                      <p:tavLst>
                                        <p:tav fmla="" tm="0">
                                          <p:val>
                                            <p:strVal val="0"/>
                                          </p:val>
                                        </p:tav>
                                        <p:tav fmla="" tm="100000">
                                          <p:val>
                                            <p:strVal val="#ppt_w"/>
                                          </p:val>
                                        </p:tav>
                                      </p:tavLst>
                                    </p:anim>
                                    <p:anim calcmode="lin" valueType="num">
                                      <p:cBhvr additive="base">
                                        <p:cTn dur="500"/>
                                        <p:tgtEl>
                                          <p:spTgt spid="404"/>
                                        </p:tgtEl>
                                        <p:attrNameLst>
                                          <p:attrName>ppt_h</p:attrName>
                                        </p:attrNameLst>
                                      </p:cBhvr>
                                      <p:tavLst>
                                        <p:tav fmla="" tm="0">
                                          <p:val>
                                            <p:strVal val="0"/>
                                          </p:val>
                                        </p:tav>
                                        <p:tav fmla="" tm="100000">
                                          <p:val>
                                            <p:strVal val="#ppt_h"/>
                                          </p:val>
                                        </p:tav>
                                      </p:tavLst>
                                    </p:anim>
                                  </p:childTnLst>
                                </p:cTn>
                              </p:par>
                            </p:childTnLst>
                          </p:cTn>
                        </p:par>
                        <p:par>
                          <p:cTn fill="hold">
                            <p:stCondLst>
                              <p:cond delay="2750"/>
                            </p:stCondLst>
                            <p:childTnLst>
                              <p:par>
                                <p:cTn fill="hold" nodeType="afterEffect" presetClass="entr" presetID="23" presetSubtype="16">
                                  <p:stCondLst>
                                    <p:cond delay="400"/>
                                  </p:stCondLst>
                                  <p:childTnLst>
                                    <p:set>
                                      <p:cBhvr>
                                        <p:cTn dur="1" fill="hold">
                                          <p:stCondLst>
                                            <p:cond delay="0"/>
                                          </p:stCondLst>
                                        </p:cTn>
                                        <p:tgtEl>
                                          <p:spTgt spid="403"/>
                                        </p:tgtEl>
                                        <p:attrNameLst>
                                          <p:attrName>style.visibility</p:attrName>
                                        </p:attrNameLst>
                                      </p:cBhvr>
                                      <p:to>
                                        <p:strVal val="visible"/>
                                      </p:to>
                                    </p:set>
                                    <p:anim calcmode="lin" valueType="num">
                                      <p:cBhvr additive="base">
                                        <p:cTn dur="500"/>
                                        <p:tgtEl>
                                          <p:spTgt spid="403"/>
                                        </p:tgtEl>
                                        <p:attrNameLst>
                                          <p:attrName>ppt_w</p:attrName>
                                        </p:attrNameLst>
                                      </p:cBhvr>
                                      <p:tavLst>
                                        <p:tav fmla="" tm="0">
                                          <p:val>
                                            <p:strVal val="0"/>
                                          </p:val>
                                        </p:tav>
                                        <p:tav fmla="" tm="100000">
                                          <p:val>
                                            <p:strVal val="#ppt_w"/>
                                          </p:val>
                                        </p:tav>
                                      </p:tavLst>
                                    </p:anim>
                                    <p:anim calcmode="lin" valueType="num">
                                      <p:cBhvr additive="base">
                                        <p:cTn dur="500"/>
                                        <p:tgtEl>
                                          <p:spTgt spid="40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408"/>
                                        </p:tgtEl>
                                        <p:attrNameLst>
                                          <p:attrName>style.visibility</p:attrName>
                                        </p:attrNameLst>
                                      </p:cBhvr>
                                      <p:to>
                                        <p:strVal val="visible"/>
                                      </p:to>
                                    </p:set>
                                    <p:anim calcmode="lin" valueType="num">
                                      <p:cBhvr additive="base">
                                        <p:cTn dur="500"/>
                                        <p:tgtEl>
                                          <p:spTgt spid="408"/>
                                        </p:tgtEl>
                                        <p:attrNameLst>
                                          <p:attrName>ppt_w</p:attrName>
                                        </p:attrNameLst>
                                      </p:cBhvr>
                                      <p:tavLst>
                                        <p:tav fmla="" tm="0">
                                          <p:val>
                                            <p:strVal val="0"/>
                                          </p:val>
                                        </p:tav>
                                        <p:tav fmla="" tm="100000">
                                          <p:val>
                                            <p:strVal val="#ppt_w"/>
                                          </p:val>
                                        </p:tav>
                                      </p:tavLst>
                                    </p:anim>
                                    <p:anim calcmode="lin" valueType="num">
                                      <p:cBhvr additive="base">
                                        <p:cTn dur="500"/>
                                        <p:tgtEl>
                                          <p:spTgt spid="40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75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icture)">
  <p:cSld name="Title Slide (Picture)">
    <p:bg>
      <p:bgPr>
        <a:solidFill>
          <a:schemeClr val="lt1"/>
        </a:solidFill>
      </p:bgPr>
    </p:bg>
    <p:spTree>
      <p:nvGrpSpPr>
        <p:cNvPr id="417" name="Shape 417"/>
        <p:cNvGrpSpPr/>
        <p:nvPr/>
      </p:nvGrpSpPr>
      <p:grpSpPr>
        <a:xfrm>
          <a:off x="0" y="0"/>
          <a:ext cx="0" cy="0"/>
          <a:chOff x="0" y="0"/>
          <a:chExt cx="0" cy="0"/>
        </a:xfrm>
      </p:grpSpPr>
      <p:sp>
        <p:nvSpPr>
          <p:cNvPr id="418" name="Google Shape;418;p39"/>
          <p:cNvSpPr txBox="1"/>
          <p:nvPr>
            <p:ph type="ctrTitle"/>
          </p:nvPr>
        </p:nvSpPr>
        <p:spPr>
          <a:xfrm>
            <a:off x="571500" y="2222500"/>
            <a:ext cx="5461000" cy="2667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6000"/>
              <a:buFont typeface="Arial"/>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39"/>
          <p:cNvSpPr txBox="1"/>
          <p:nvPr>
            <p:ph idx="1" type="subTitle"/>
          </p:nvPr>
        </p:nvSpPr>
        <p:spPr>
          <a:xfrm>
            <a:off x="571500" y="5016500"/>
            <a:ext cx="5461000" cy="1269999"/>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chemeClr val="dk2"/>
              </a:buClr>
              <a:buSzPts val="2880"/>
              <a:buFont typeface="Lucida Sans"/>
              <a:buNone/>
              <a:defRPr sz="2400">
                <a:solidFill>
                  <a:schemeClr val="dk1"/>
                </a:solidFill>
                <a:latin typeface="Verdana"/>
                <a:ea typeface="Verdana"/>
                <a:cs typeface="Verdana"/>
                <a:sym typeface="Verdana"/>
              </a:defRPr>
            </a:lvl1pPr>
            <a:lvl2pPr lvl="1" algn="ctr">
              <a:lnSpc>
                <a:spcPct val="90000"/>
              </a:lnSpc>
              <a:spcBef>
                <a:spcPts val="1000"/>
              </a:spcBef>
              <a:spcAft>
                <a:spcPts val="0"/>
              </a:spcAft>
              <a:buSzPts val="2400"/>
              <a:buNone/>
              <a:defRPr sz="2000"/>
            </a:lvl2pPr>
            <a:lvl3pPr lvl="2" algn="ctr">
              <a:lnSpc>
                <a:spcPct val="90000"/>
              </a:lnSpc>
              <a:spcBef>
                <a:spcPts val="1000"/>
              </a:spcBef>
              <a:spcAft>
                <a:spcPts val="0"/>
              </a:spcAft>
              <a:buSzPts val="2160"/>
              <a:buNone/>
              <a:defRPr sz="1800"/>
            </a:lvl3pPr>
            <a:lvl4pPr lvl="3" algn="ctr">
              <a:lnSpc>
                <a:spcPct val="90000"/>
              </a:lnSpc>
              <a:spcBef>
                <a:spcPts val="1000"/>
              </a:spcBef>
              <a:spcAft>
                <a:spcPts val="0"/>
              </a:spcAft>
              <a:buSzPts val="1920"/>
              <a:buNone/>
              <a:defRPr sz="1600"/>
            </a:lvl4pPr>
            <a:lvl5pPr lvl="4" algn="ctr">
              <a:lnSpc>
                <a:spcPct val="90000"/>
              </a:lnSpc>
              <a:spcBef>
                <a:spcPts val="1000"/>
              </a:spcBef>
              <a:spcAft>
                <a:spcPts val="0"/>
              </a:spcAft>
              <a:buSzPts val="1600"/>
              <a:buNone/>
              <a:defRPr sz="1600"/>
            </a:lvl5pPr>
            <a:lvl6pPr lvl="5" algn="ctr">
              <a:lnSpc>
                <a:spcPct val="90000"/>
              </a:lnSpc>
              <a:spcBef>
                <a:spcPts val="1000"/>
              </a:spcBef>
              <a:spcAft>
                <a:spcPts val="0"/>
              </a:spcAft>
              <a:buSzPts val="1920"/>
              <a:buNone/>
              <a:defRPr sz="1600"/>
            </a:lvl6pPr>
            <a:lvl7pPr lvl="6" algn="ctr">
              <a:lnSpc>
                <a:spcPct val="90000"/>
              </a:lnSpc>
              <a:spcBef>
                <a:spcPts val="1000"/>
              </a:spcBef>
              <a:spcAft>
                <a:spcPts val="0"/>
              </a:spcAft>
              <a:buSzPts val="1920"/>
              <a:buNone/>
              <a:defRPr sz="1600"/>
            </a:lvl7pPr>
            <a:lvl8pPr lvl="7" algn="ctr">
              <a:lnSpc>
                <a:spcPct val="90000"/>
              </a:lnSpc>
              <a:spcBef>
                <a:spcPts val="1000"/>
              </a:spcBef>
              <a:spcAft>
                <a:spcPts val="0"/>
              </a:spcAft>
              <a:buSzPts val="1920"/>
              <a:buNone/>
              <a:defRPr sz="1600"/>
            </a:lvl8pPr>
            <a:lvl9pPr lvl="8" algn="ctr">
              <a:lnSpc>
                <a:spcPct val="90000"/>
              </a:lnSpc>
              <a:spcBef>
                <a:spcPts val="1000"/>
              </a:spcBef>
              <a:spcAft>
                <a:spcPts val="0"/>
              </a:spcAft>
              <a:buClr>
                <a:schemeClr val="dk1"/>
              </a:buClr>
              <a:buSzPts val="1920"/>
              <a:buNone/>
              <a:defRPr sz="1600"/>
            </a:lvl9pPr>
          </a:lstStyle>
          <a:p/>
        </p:txBody>
      </p:sp>
      <p:sp>
        <p:nvSpPr>
          <p:cNvPr id="420" name="Google Shape;420;p39"/>
          <p:cNvSpPr/>
          <p:nvPr/>
        </p:nvSpPr>
        <p:spPr>
          <a:xfrm>
            <a:off x="571500" y="476250"/>
            <a:ext cx="2143123" cy="571499"/>
          </a:xfrm>
          <a:prstGeom prst="rect">
            <a:avLst/>
          </a:prstGeom>
          <a:noFill/>
          <a:ln>
            <a:noFill/>
          </a:ln>
        </p:spPr>
      </p:sp>
      <p:sp>
        <p:nvSpPr>
          <p:cNvPr id="421" name="Google Shape;421;p39"/>
          <p:cNvSpPr/>
          <p:nvPr>
            <p:ph idx="2" type="pic"/>
          </p:nvPr>
        </p:nvSpPr>
        <p:spPr>
          <a:xfrm>
            <a:off x="6262688" y="0"/>
            <a:ext cx="5929313" cy="6858000"/>
          </a:xfrm>
          <a:prstGeom prst="rect">
            <a:avLst/>
          </a:prstGeom>
          <a:solidFill>
            <a:schemeClr val="lt2"/>
          </a:solidFill>
          <a:ln>
            <a:noFill/>
          </a:ln>
        </p:spPr>
      </p:sp>
      <p:sp>
        <p:nvSpPr>
          <p:cNvPr id="422" name="Google Shape;422;p39"/>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3" name="Google Shape;423;p39"/>
          <p:cNvSpPr txBox="1"/>
          <p:nvPr>
            <p:ph idx="11" type="ftr"/>
          </p:nvPr>
        </p:nvSpPr>
        <p:spPr>
          <a:xfrm>
            <a:off x="571500" y="6477000"/>
            <a:ext cx="2667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4" name="Google Shape;424;p39"/>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25" name="Google Shape;425;p39"/>
          <p:cNvSpPr/>
          <p:nvPr>
            <p:ph idx="3" type="pic"/>
          </p:nvPr>
        </p:nvSpPr>
        <p:spPr>
          <a:xfrm>
            <a:off x="3365500" y="381000"/>
            <a:ext cx="2667000" cy="7620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750"/>
                                        <p:tgtEl>
                                          <p:spTgt spid="420"/>
                                        </p:tgtEl>
                                      </p:cBhvr>
                                    </p:animEffect>
                                  </p:childTnLst>
                                </p:cTn>
                              </p:par>
                              <p:par>
                                <p:cTn fill="hold" nodeType="withEffect" presetClass="entr" presetID="10" presetSubtype="0">
                                  <p:stCondLst>
                                    <p:cond delay="200"/>
                                  </p:stCondLst>
                                  <p:childTnLst>
                                    <p:set>
                                      <p:cBhvr>
                                        <p:cTn dur="1" fill="hold">
                                          <p:stCondLst>
                                            <p:cond delay="0"/>
                                          </p:stCondLst>
                                        </p:cTn>
                                        <p:tgtEl>
                                          <p:spTgt spid="418"/>
                                        </p:tgtEl>
                                        <p:attrNameLst>
                                          <p:attrName>style.visibility</p:attrName>
                                        </p:attrNameLst>
                                      </p:cBhvr>
                                      <p:to>
                                        <p:strVal val="visible"/>
                                      </p:to>
                                    </p:set>
                                    <p:animEffect filter="fade" transition="in">
                                      <p:cBhvr>
                                        <p:cTn dur="750"/>
                                        <p:tgtEl>
                                          <p:spTgt spid="418"/>
                                        </p:tgtEl>
                                      </p:cBhvr>
                                    </p:animEffect>
                                  </p:childTnLst>
                                </p:cTn>
                              </p:par>
                            </p:childTnLst>
                          </p:cTn>
                        </p:par>
                        <p:par>
                          <p:cTn fill="hold">
                            <p:stCondLst>
                              <p:cond delay="750"/>
                            </p:stCondLst>
                            <p:childTnLst>
                              <p:par>
                                <p:cTn fill="hold" nodeType="afterEffect" presetClass="entr" presetID="10" presetSubtype="0">
                                  <p:stCondLst>
                                    <p:cond delay="300"/>
                                  </p:stCondLst>
                                  <p:childTnLst>
                                    <p:set>
                                      <p:cBhvr>
                                        <p:cTn dur="1" fill="hold">
                                          <p:stCondLst>
                                            <p:cond delay="0"/>
                                          </p:stCondLst>
                                        </p:cTn>
                                        <p:tgtEl>
                                          <p:spTgt spid="419"/>
                                        </p:tgtEl>
                                        <p:attrNameLst>
                                          <p:attrName>style.visibility</p:attrName>
                                        </p:attrNameLst>
                                      </p:cBhvr>
                                      <p:to>
                                        <p:strVal val="visible"/>
                                      </p:to>
                                    </p:set>
                                    <p:animEffect filter="fade" transition="in">
                                      <p:cBhvr>
                                        <p:cTn dur="750"/>
                                        <p:tgtEl>
                                          <p:spTgt spid="419"/>
                                        </p:tgtEl>
                                      </p:cBhvr>
                                    </p:animEffect>
                                  </p:childTnLst>
                                </p:cTn>
                              </p:par>
                            </p:childTnLst>
                          </p:cTn>
                        </p:par>
                        <p:par>
                          <p:cTn fill="hold">
                            <p:stCondLst>
                              <p:cond delay="1500"/>
                            </p:stCondLst>
                            <p:childTnLst>
                              <p:par>
                                <p:cTn fill="hold" nodeType="afterEffect" presetClass="entr" presetID="10" presetSubtype="0">
                                  <p:stCondLst>
                                    <p:cond delay="500"/>
                                  </p:stCondLst>
                                  <p:childTnLst>
                                    <p:set>
                                      <p:cBhvr>
                                        <p:cTn dur="1" fill="hold">
                                          <p:stCondLst>
                                            <p:cond delay="0"/>
                                          </p:stCondLst>
                                        </p:cTn>
                                        <p:tgtEl>
                                          <p:spTgt spid="421"/>
                                        </p:tgtEl>
                                        <p:attrNameLst>
                                          <p:attrName>style.visibility</p:attrName>
                                        </p:attrNameLst>
                                      </p:cBhvr>
                                      <p:to>
                                        <p:strVal val="visible"/>
                                      </p:to>
                                    </p:set>
                                    <p:animEffect filter="fade" transition="in">
                                      <p:cBhvr>
                                        <p:cTn dur="750"/>
                                        <p:tgtEl>
                                          <p:spTgt spid="4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icture dark)">
  <p:cSld name="Title Slide (Picture dark)">
    <p:bg>
      <p:bgPr>
        <a:gradFill>
          <a:gsLst>
            <a:gs pos="0">
              <a:srgbClr val="231F6F"/>
            </a:gs>
            <a:gs pos="80000">
              <a:srgbClr val="17144A"/>
            </a:gs>
            <a:gs pos="100000">
              <a:srgbClr val="17144A"/>
            </a:gs>
          </a:gsLst>
          <a:lin ang="7800000" scaled="0"/>
        </a:gradFill>
      </p:bgPr>
    </p:bg>
    <p:spTree>
      <p:nvGrpSpPr>
        <p:cNvPr id="426" name="Shape 426"/>
        <p:cNvGrpSpPr/>
        <p:nvPr/>
      </p:nvGrpSpPr>
      <p:grpSpPr>
        <a:xfrm>
          <a:off x="0" y="0"/>
          <a:ext cx="0" cy="0"/>
          <a:chOff x="0" y="0"/>
          <a:chExt cx="0" cy="0"/>
        </a:xfrm>
      </p:grpSpPr>
      <p:sp>
        <p:nvSpPr>
          <p:cNvPr id="427" name="Google Shape;427;p40"/>
          <p:cNvSpPr txBox="1"/>
          <p:nvPr>
            <p:ph type="ctrTitle"/>
          </p:nvPr>
        </p:nvSpPr>
        <p:spPr>
          <a:xfrm>
            <a:off x="571500" y="2222500"/>
            <a:ext cx="5461000" cy="2667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8" name="Google Shape;428;p40"/>
          <p:cNvSpPr txBox="1"/>
          <p:nvPr>
            <p:ph idx="1" type="subTitle"/>
          </p:nvPr>
        </p:nvSpPr>
        <p:spPr>
          <a:xfrm>
            <a:off x="571500" y="5016500"/>
            <a:ext cx="5461000" cy="1269999"/>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chemeClr val="lt2"/>
              </a:buClr>
              <a:buSzPts val="2880"/>
              <a:buFont typeface="Lucida Sans"/>
              <a:buNone/>
              <a:defRPr sz="2400">
                <a:solidFill>
                  <a:schemeClr val="lt1"/>
                </a:solidFill>
                <a:latin typeface="Verdana"/>
                <a:ea typeface="Verdana"/>
                <a:cs typeface="Verdana"/>
                <a:sym typeface="Verdana"/>
              </a:defRPr>
            </a:lvl1pPr>
            <a:lvl2pPr lvl="1" algn="ctr">
              <a:lnSpc>
                <a:spcPct val="90000"/>
              </a:lnSpc>
              <a:spcBef>
                <a:spcPts val="1000"/>
              </a:spcBef>
              <a:spcAft>
                <a:spcPts val="0"/>
              </a:spcAft>
              <a:buSzPts val="2400"/>
              <a:buNone/>
              <a:defRPr sz="2000"/>
            </a:lvl2pPr>
            <a:lvl3pPr lvl="2" algn="ctr">
              <a:lnSpc>
                <a:spcPct val="90000"/>
              </a:lnSpc>
              <a:spcBef>
                <a:spcPts val="1000"/>
              </a:spcBef>
              <a:spcAft>
                <a:spcPts val="0"/>
              </a:spcAft>
              <a:buSzPts val="2160"/>
              <a:buNone/>
              <a:defRPr sz="1800"/>
            </a:lvl3pPr>
            <a:lvl4pPr lvl="3" algn="ctr">
              <a:lnSpc>
                <a:spcPct val="90000"/>
              </a:lnSpc>
              <a:spcBef>
                <a:spcPts val="1000"/>
              </a:spcBef>
              <a:spcAft>
                <a:spcPts val="0"/>
              </a:spcAft>
              <a:buSzPts val="1920"/>
              <a:buNone/>
              <a:defRPr sz="1600"/>
            </a:lvl4pPr>
            <a:lvl5pPr lvl="4" algn="ctr">
              <a:lnSpc>
                <a:spcPct val="90000"/>
              </a:lnSpc>
              <a:spcBef>
                <a:spcPts val="1000"/>
              </a:spcBef>
              <a:spcAft>
                <a:spcPts val="0"/>
              </a:spcAft>
              <a:buSzPts val="1600"/>
              <a:buNone/>
              <a:defRPr sz="1600"/>
            </a:lvl5pPr>
            <a:lvl6pPr lvl="5" algn="ctr">
              <a:lnSpc>
                <a:spcPct val="90000"/>
              </a:lnSpc>
              <a:spcBef>
                <a:spcPts val="1000"/>
              </a:spcBef>
              <a:spcAft>
                <a:spcPts val="0"/>
              </a:spcAft>
              <a:buSzPts val="1920"/>
              <a:buNone/>
              <a:defRPr sz="1600"/>
            </a:lvl6pPr>
            <a:lvl7pPr lvl="6" algn="ctr">
              <a:lnSpc>
                <a:spcPct val="90000"/>
              </a:lnSpc>
              <a:spcBef>
                <a:spcPts val="1000"/>
              </a:spcBef>
              <a:spcAft>
                <a:spcPts val="0"/>
              </a:spcAft>
              <a:buSzPts val="1920"/>
              <a:buNone/>
              <a:defRPr sz="1600"/>
            </a:lvl7pPr>
            <a:lvl8pPr lvl="7" algn="ctr">
              <a:lnSpc>
                <a:spcPct val="90000"/>
              </a:lnSpc>
              <a:spcBef>
                <a:spcPts val="1000"/>
              </a:spcBef>
              <a:spcAft>
                <a:spcPts val="0"/>
              </a:spcAft>
              <a:buSzPts val="1920"/>
              <a:buNone/>
              <a:defRPr sz="1600"/>
            </a:lvl8pPr>
            <a:lvl9pPr lvl="8" algn="ctr">
              <a:lnSpc>
                <a:spcPct val="90000"/>
              </a:lnSpc>
              <a:spcBef>
                <a:spcPts val="1000"/>
              </a:spcBef>
              <a:spcAft>
                <a:spcPts val="0"/>
              </a:spcAft>
              <a:buClr>
                <a:schemeClr val="lt1"/>
              </a:buClr>
              <a:buSzPts val="1920"/>
              <a:buNone/>
              <a:defRPr sz="1600"/>
            </a:lvl9pPr>
          </a:lstStyle>
          <a:p/>
        </p:txBody>
      </p:sp>
      <p:sp>
        <p:nvSpPr>
          <p:cNvPr id="429" name="Google Shape;429;p40"/>
          <p:cNvSpPr/>
          <p:nvPr>
            <p:ph idx="2" type="pic"/>
          </p:nvPr>
        </p:nvSpPr>
        <p:spPr>
          <a:xfrm>
            <a:off x="6262688" y="0"/>
            <a:ext cx="5929313" cy="6858000"/>
          </a:xfrm>
          <a:prstGeom prst="rect">
            <a:avLst/>
          </a:prstGeom>
          <a:solidFill>
            <a:schemeClr val="dk2"/>
          </a:solidFill>
          <a:ln>
            <a:noFill/>
          </a:ln>
        </p:spPr>
      </p:sp>
      <p:sp>
        <p:nvSpPr>
          <p:cNvPr id="430" name="Google Shape;430;p40"/>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1" name="Google Shape;431;p40"/>
          <p:cNvSpPr txBox="1"/>
          <p:nvPr>
            <p:ph idx="11" type="ftr"/>
          </p:nvPr>
        </p:nvSpPr>
        <p:spPr>
          <a:xfrm>
            <a:off x="571500" y="6477000"/>
            <a:ext cx="2667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2" name="Google Shape;432;p40"/>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33" name="Google Shape;433;p40"/>
          <p:cNvSpPr/>
          <p:nvPr>
            <p:ph idx="3" type="pic"/>
          </p:nvPr>
        </p:nvSpPr>
        <p:spPr>
          <a:xfrm>
            <a:off x="3365500" y="381000"/>
            <a:ext cx="2667000" cy="762000"/>
          </a:xfrm>
          <a:prstGeom prst="rect">
            <a:avLst/>
          </a:prstGeom>
          <a:noFill/>
          <a:ln>
            <a:noFill/>
          </a:ln>
        </p:spPr>
      </p:sp>
      <p:sp>
        <p:nvSpPr>
          <p:cNvPr id="434" name="Google Shape;434;p40"/>
          <p:cNvSpPr/>
          <p:nvPr/>
        </p:nvSpPr>
        <p:spPr>
          <a:xfrm>
            <a:off x="571500" y="476251"/>
            <a:ext cx="2143123" cy="571499"/>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00"/>
                                  </p:stCondLst>
                                  <p:childTnLst>
                                    <p:set>
                                      <p:cBhvr>
                                        <p:cTn dur="1" fill="hold">
                                          <p:stCondLst>
                                            <p:cond delay="0"/>
                                          </p:stCondLst>
                                        </p:cTn>
                                        <p:tgtEl>
                                          <p:spTgt spid="427"/>
                                        </p:tgtEl>
                                        <p:attrNameLst>
                                          <p:attrName>style.visibility</p:attrName>
                                        </p:attrNameLst>
                                      </p:cBhvr>
                                      <p:to>
                                        <p:strVal val="visible"/>
                                      </p:to>
                                    </p:set>
                                    <p:animEffect filter="fade" transition="in">
                                      <p:cBhvr>
                                        <p:cTn dur="750"/>
                                        <p:tgtEl>
                                          <p:spTgt spid="427"/>
                                        </p:tgtEl>
                                      </p:cBhvr>
                                    </p:animEffect>
                                  </p:childTnLst>
                                </p:cTn>
                              </p:par>
                            </p:childTnLst>
                          </p:cTn>
                        </p:par>
                        <p:par>
                          <p:cTn fill="hold">
                            <p:stCondLst>
                              <p:cond delay="750"/>
                            </p:stCondLst>
                            <p:childTnLst>
                              <p:par>
                                <p:cTn fill="hold" nodeType="afterEffect" presetClass="entr" presetID="10" presetSubtype="0">
                                  <p:stCondLst>
                                    <p:cond delay="300"/>
                                  </p:stCondLst>
                                  <p:childTnLst>
                                    <p:set>
                                      <p:cBhvr>
                                        <p:cTn dur="1" fill="hold">
                                          <p:stCondLst>
                                            <p:cond delay="0"/>
                                          </p:stCondLst>
                                        </p:cTn>
                                        <p:tgtEl>
                                          <p:spTgt spid="428"/>
                                        </p:tgtEl>
                                        <p:attrNameLst>
                                          <p:attrName>style.visibility</p:attrName>
                                        </p:attrNameLst>
                                      </p:cBhvr>
                                      <p:to>
                                        <p:strVal val="visible"/>
                                      </p:to>
                                    </p:set>
                                    <p:animEffect filter="fade" transition="in">
                                      <p:cBhvr>
                                        <p:cTn dur="750"/>
                                        <p:tgtEl>
                                          <p:spTgt spid="428"/>
                                        </p:tgtEl>
                                      </p:cBhvr>
                                    </p:animEffect>
                                  </p:childTnLst>
                                </p:cTn>
                              </p:par>
                            </p:childTnLst>
                          </p:cTn>
                        </p:par>
                        <p:par>
                          <p:cTn fill="hold">
                            <p:stCondLst>
                              <p:cond delay="1500"/>
                            </p:stCondLst>
                            <p:childTnLst>
                              <p:par>
                                <p:cTn fill="hold" nodeType="afterEffect" presetClass="entr" presetID="10" presetSubtype="0">
                                  <p:stCondLst>
                                    <p:cond delay="500"/>
                                  </p:stCondLst>
                                  <p:childTnLst>
                                    <p:set>
                                      <p:cBhvr>
                                        <p:cTn dur="1" fill="hold">
                                          <p:stCondLst>
                                            <p:cond delay="0"/>
                                          </p:stCondLst>
                                        </p:cTn>
                                        <p:tgtEl>
                                          <p:spTgt spid="429"/>
                                        </p:tgtEl>
                                        <p:attrNameLst>
                                          <p:attrName>style.visibility</p:attrName>
                                        </p:attrNameLst>
                                      </p:cBhvr>
                                      <p:to>
                                        <p:strVal val="visible"/>
                                      </p:to>
                                    </p:set>
                                    <p:animEffect filter="fade" transition="in">
                                      <p:cBhvr>
                                        <p:cTn dur="750"/>
                                        <p:tgtEl>
                                          <p:spTgt spid="429"/>
                                        </p:tgtEl>
                                      </p:cBhvr>
                                    </p:animEffect>
                                  </p:childTnLst>
                                </p:cTn>
                              </p:par>
                              <p:par>
                                <p:cTn fill="hold" nodeType="withEffect" presetClass="entr" presetID="10" presetSubtype="0">
                                  <p:stCondLst>
                                    <p:cond delay="100"/>
                                  </p:stCondLst>
                                  <p:childTnLst>
                                    <p:set>
                                      <p:cBhvr>
                                        <p:cTn dur="1" fill="hold">
                                          <p:stCondLst>
                                            <p:cond delay="0"/>
                                          </p:stCondLst>
                                        </p:cTn>
                                        <p:tgtEl>
                                          <p:spTgt spid="434"/>
                                        </p:tgtEl>
                                        <p:attrNameLst>
                                          <p:attrName>style.visibility</p:attrName>
                                        </p:attrNameLst>
                                      </p:cBhvr>
                                      <p:to>
                                        <p:strVal val="visible"/>
                                      </p:to>
                                    </p:set>
                                    <p:animEffect filter="fade" transition="in">
                                      <p:cBhvr>
                                        <p:cTn dur="750"/>
                                        <p:tgtEl>
                                          <p:spTgt spid="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option B)">
  <p:cSld name="Title Slide (option B)">
    <p:bg>
      <p:bgPr>
        <a:gradFill>
          <a:gsLst>
            <a:gs pos="0">
              <a:schemeClr val="accent2"/>
            </a:gs>
            <a:gs pos="100000">
              <a:schemeClr val="dk2"/>
            </a:gs>
          </a:gsLst>
          <a:lin ang="5400000" scaled="0"/>
        </a:gradFill>
      </p:bgPr>
    </p:bg>
    <p:spTree>
      <p:nvGrpSpPr>
        <p:cNvPr id="435" name="Shape 435"/>
        <p:cNvGrpSpPr/>
        <p:nvPr/>
      </p:nvGrpSpPr>
      <p:grpSpPr>
        <a:xfrm>
          <a:off x="0" y="0"/>
          <a:ext cx="0" cy="0"/>
          <a:chOff x="0" y="0"/>
          <a:chExt cx="0" cy="0"/>
        </a:xfrm>
      </p:grpSpPr>
      <p:sp>
        <p:nvSpPr>
          <p:cNvPr id="436" name="Google Shape;436;p41"/>
          <p:cNvSpPr/>
          <p:nvPr/>
        </p:nvSpPr>
        <p:spPr>
          <a:xfrm>
            <a:off x="9144000" y="0"/>
            <a:ext cx="3048000" cy="6858000"/>
          </a:xfrm>
          <a:prstGeom prst="rect">
            <a:avLst/>
          </a:prstGeom>
          <a:gradFill>
            <a:gsLst>
              <a:gs pos="0">
                <a:schemeClr val="accent5"/>
              </a:gs>
              <a:gs pos="100000">
                <a:schemeClr val="accent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37" name="Google Shape;437;p41"/>
          <p:cNvSpPr/>
          <p:nvPr/>
        </p:nvSpPr>
        <p:spPr>
          <a:xfrm>
            <a:off x="11430000" y="5334000"/>
            <a:ext cx="762000" cy="762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38" name="Google Shape;438;p41"/>
          <p:cNvSpPr/>
          <p:nvPr/>
        </p:nvSpPr>
        <p:spPr>
          <a:xfrm>
            <a:off x="9138921" y="-5080"/>
            <a:ext cx="3047999" cy="2926080"/>
          </a:xfrm>
          <a:prstGeom prst="ellipse">
            <a:avLst/>
          </a:prstGeom>
          <a:noFill/>
          <a:ln cap="flat" cmpd="sng" w="38100">
            <a:solidFill>
              <a:schemeClr val="dk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spcBef>
                <a:spcPts val="0"/>
              </a:spcBef>
              <a:spcAft>
                <a:spcPts val="0"/>
              </a:spcAft>
              <a:buNone/>
            </a:pPr>
            <a:r>
              <a:t/>
            </a:r>
            <a:endParaRPr sz="1400">
              <a:solidFill>
                <a:schemeClr val="lt1"/>
              </a:solidFill>
              <a:latin typeface="Verdana"/>
              <a:ea typeface="Verdana"/>
              <a:cs typeface="Verdana"/>
              <a:sym typeface="Verdana"/>
            </a:endParaRPr>
          </a:p>
        </p:txBody>
      </p:sp>
      <p:sp>
        <p:nvSpPr>
          <p:cNvPr id="439" name="Google Shape;439;p41"/>
          <p:cNvSpPr/>
          <p:nvPr/>
        </p:nvSpPr>
        <p:spPr>
          <a:xfrm>
            <a:off x="9144000" y="6096000"/>
            <a:ext cx="762000" cy="762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40" name="Google Shape;440;p41"/>
          <p:cNvSpPr/>
          <p:nvPr/>
        </p:nvSpPr>
        <p:spPr>
          <a:xfrm>
            <a:off x="9906000" y="5334000"/>
            <a:ext cx="762000" cy="762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41" name="Google Shape;441;p41"/>
          <p:cNvSpPr/>
          <p:nvPr/>
        </p:nvSpPr>
        <p:spPr>
          <a:xfrm>
            <a:off x="10668000" y="6096000"/>
            <a:ext cx="762000" cy="762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42" name="Google Shape;442;p41"/>
          <p:cNvSpPr/>
          <p:nvPr/>
        </p:nvSpPr>
        <p:spPr>
          <a:xfrm>
            <a:off x="11430000" y="6096000"/>
            <a:ext cx="762000" cy="762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43" name="Google Shape;443;p41"/>
          <p:cNvSpPr/>
          <p:nvPr/>
        </p:nvSpPr>
        <p:spPr>
          <a:xfrm>
            <a:off x="9144000" y="2286000"/>
            <a:ext cx="3042920" cy="3042920"/>
          </a:xfrm>
          <a:prstGeom prst="ellipse">
            <a:avLst/>
          </a:prstGeom>
          <a:gradFill>
            <a:gsLst>
              <a:gs pos="0">
                <a:srgbClr val="54C8E8"/>
              </a:gs>
              <a:gs pos="100000">
                <a:schemeClr val="dk2"/>
              </a:gs>
            </a:gsLst>
            <a:lin ang="0" scaled="0"/>
          </a:gradFill>
          <a:ln>
            <a:noFill/>
          </a:ln>
        </p:spPr>
        <p:txBody>
          <a:bodyPr anchorCtr="0" anchor="t" bIns="90000" lIns="91425" spcFirstLastPara="1" rIns="91425" wrap="square" tIns="90000">
            <a:noAutofit/>
          </a:bodyPr>
          <a:lstStyle/>
          <a:p>
            <a:pPr indent="0" lvl="0" marL="0" marR="0" rtl="0" algn="l">
              <a:spcBef>
                <a:spcPts val="0"/>
              </a:spcBef>
              <a:spcAft>
                <a:spcPts val="0"/>
              </a:spcAft>
              <a:buNone/>
            </a:pPr>
            <a:r>
              <a:t/>
            </a:r>
            <a:endParaRPr sz="1400">
              <a:solidFill>
                <a:schemeClr val="lt1"/>
              </a:solidFill>
              <a:latin typeface="Verdana"/>
              <a:ea typeface="Verdana"/>
              <a:cs typeface="Verdana"/>
              <a:sym typeface="Verdana"/>
            </a:endParaRPr>
          </a:p>
        </p:txBody>
      </p:sp>
      <p:sp>
        <p:nvSpPr>
          <p:cNvPr id="444" name="Google Shape;444;p41"/>
          <p:cNvSpPr/>
          <p:nvPr/>
        </p:nvSpPr>
        <p:spPr>
          <a:xfrm>
            <a:off x="-1" y="0"/>
            <a:ext cx="9144001" cy="4572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45" name="Google Shape;445;p41"/>
          <p:cNvSpPr/>
          <p:nvPr/>
        </p:nvSpPr>
        <p:spPr>
          <a:xfrm>
            <a:off x="0" y="4572000"/>
            <a:ext cx="9144000" cy="2286000"/>
          </a:xfrm>
          <a:prstGeom prst="rect">
            <a:avLst/>
          </a:prstGeom>
          <a:gradFill>
            <a:gsLst>
              <a:gs pos="0">
                <a:schemeClr val="accent4"/>
              </a:gs>
              <a:gs pos="100000">
                <a:schemeClr val="accent3"/>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aseline="30000" sz="1800">
              <a:solidFill>
                <a:schemeClr val="lt1"/>
              </a:solidFill>
              <a:latin typeface="Verdana"/>
              <a:ea typeface="Verdana"/>
              <a:cs typeface="Verdana"/>
              <a:sym typeface="Verdana"/>
            </a:endParaRPr>
          </a:p>
        </p:txBody>
      </p:sp>
      <p:sp>
        <p:nvSpPr>
          <p:cNvPr id="446" name="Google Shape;446;p41"/>
          <p:cNvSpPr/>
          <p:nvPr/>
        </p:nvSpPr>
        <p:spPr>
          <a:xfrm>
            <a:off x="7620000" y="2793999"/>
            <a:ext cx="889000" cy="3683001"/>
          </a:xfrm>
          <a:prstGeom prst="ellipse">
            <a:avLst/>
          </a:prstGeom>
          <a:noFill/>
          <a:ln cap="flat" cmpd="sng" w="38100">
            <a:solidFill>
              <a:schemeClr val="accent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spcBef>
                <a:spcPts val="0"/>
              </a:spcBef>
              <a:spcAft>
                <a:spcPts val="0"/>
              </a:spcAft>
              <a:buNone/>
            </a:pPr>
            <a:r>
              <a:t/>
            </a:r>
            <a:endParaRPr sz="1400">
              <a:solidFill>
                <a:schemeClr val="lt1"/>
              </a:solidFill>
              <a:latin typeface="Verdana"/>
              <a:ea typeface="Verdana"/>
              <a:cs typeface="Verdana"/>
              <a:sym typeface="Verdana"/>
            </a:endParaRPr>
          </a:p>
        </p:txBody>
      </p:sp>
      <p:sp>
        <p:nvSpPr>
          <p:cNvPr id="447" name="Google Shape;447;p41"/>
          <p:cNvSpPr/>
          <p:nvPr/>
        </p:nvSpPr>
        <p:spPr>
          <a:xfrm>
            <a:off x="6852920" y="2793999"/>
            <a:ext cx="894079" cy="3683001"/>
          </a:xfrm>
          <a:prstGeom prst="ellipse">
            <a:avLst/>
          </a:prstGeom>
          <a:noFill/>
          <a:ln cap="flat" cmpd="sng" w="38100">
            <a:solidFill>
              <a:schemeClr val="accent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spcBef>
                <a:spcPts val="0"/>
              </a:spcBef>
              <a:spcAft>
                <a:spcPts val="0"/>
              </a:spcAft>
              <a:buNone/>
            </a:pPr>
            <a:r>
              <a:t/>
            </a:r>
            <a:endParaRPr sz="1400">
              <a:solidFill>
                <a:schemeClr val="lt1"/>
              </a:solidFill>
              <a:latin typeface="Verdana"/>
              <a:ea typeface="Verdana"/>
              <a:cs typeface="Verdana"/>
              <a:sym typeface="Verdana"/>
            </a:endParaRPr>
          </a:p>
        </p:txBody>
      </p:sp>
      <p:sp>
        <p:nvSpPr>
          <p:cNvPr id="448" name="Google Shape;448;p41"/>
          <p:cNvSpPr/>
          <p:nvPr/>
        </p:nvSpPr>
        <p:spPr>
          <a:xfrm>
            <a:off x="6096000" y="2793998"/>
            <a:ext cx="889000" cy="3683001"/>
          </a:xfrm>
          <a:prstGeom prst="ellipse">
            <a:avLst/>
          </a:prstGeom>
          <a:noFill/>
          <a:ln cap="flat" cmpd="sng" w="38100">
            <a:solidFill>
              <a:schemeClr val="accent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spcBef>
                <a:spcPts val="0"/>
              </a:spcBef>
              <a:spcAft>
                <a:spcPts val="0"/>
              </a:spcAft>
              <a:buNone/>
            </a:pPr>
            <a:r>
              <a:t/>
            </a:r>
            <a:endParaRPr sz="1400">
              <a:solidFill>
                <a:schemeClr val="lt1"/>
              </a:solidFill>
              <a:latin typeface="Verdana"/>
              <a:ea typeface="Verdana"/>
              <a:cs typeface="Verdana"/>
              <a:sym typeface="Verdana"/>
            </a:endParaRPr>
          </a:p>
        </p:txBody>
      </p:sp>
      <p:sp>
        <p:nvSpPr>
          <p:cNvPr id="449" name="Google Shape;449;p41"/>
          <p:cNvSpPr/>
          <p:nvPr/>
        </p:nvSpPr>
        <p:spPr>
          <a:xfrm>
            <a:off x="5334000" y="2793999"/>
            <a:ext cx="894080" cy="3683001"/>
          </a:xfrm>
          <a:prstGeom prst="ellipse">
            <a:avLst/>
          </a:prstGeom>
          <a:noFill/>
          <a:ln cap="flat" cmpd="sng" w="38100">
            <a:solidFill>
              <a:schemeClr val="accent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spcBef>
                <a:spcPts val="0"/>
              </a:spcBef>
              <a:spcAft>
                <a:spcPts val="0"/>
              </a:spcAft>
              <a:buNone/>
            </a:pPr>
            <a:r>
              <a:t/>
            </a:r>
            <a:endParaRPr sz="1400">
              <a:solidFill>
                <a:schemeClr val="lt1"/>
              </a:solidFill>
              <a:latin typeface="Verdana"/>
              <a:ea typeface="Verdana"/>
              <a:cs typeface="Verdana"/>
              <a:sym typeface="Verdana"/>
            </a:endParaRPr>
          </a:p>
        </p:txBody>
      </p:sp>
      <p:sp>
        <p:nvSpPr>
          <p:cNvPr id="450" name="Google Shape;450;p41"/>
          <p:cNvSpPr/>
          <p:nvPr/>
        </p:nvSpPr>
        <p:spPr>
          <a:xfrm>
            <a:off x="4572001" y="2793999"/>
            <a:ext cx="889000" cy="3683001"/>
          </a:xfrm>
          <a:prstGeom prst="ellipse">
            <a:avLst/>
          </a:prstGeom>
          <a:noFill/>
          <a:ln cap="flat" cmpd="sng" w="38100">
            <a:solidFill>
              <a:schemeClr val="accent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spcBef>
                <a:spcPts val="0"/>
              </a:spcBef>
              <a:spcAft>
                <a:spcPts val="0"/>
              </a:spcAft>
              <a:buNone/>
            </a:pPr>
            <a:r>
              <a:t/>
            </a:r>
            <a:endParaRPr sz="1400">
              <a:solidFill>
                <a:schemeClr val="lt1"/>
              </a:solidFill>
              <a:latin typeface="Verdana"/>
              <a:ea typeface="Verdana"/>
              <a:cs typeface="Verdana"/>
              <a:sym typeface="Verdana"/>
            </a:endParaRPr>
          </a:p>
        </p:txBody>
      </p:sp>
      <p:pic>
        <p:nvPicPr>
          <p:cNvPr descr="Background pattern&#10;&#10;Description automatically generated" id="451" name="Google Shape;451;p41"/>
          <p:cNvPicPr preferRelativeResize="0"/>
          <p:nvPr/>
        </p:nvPicPr>
        <p:blipFill rotWithShape="1">
          <a:blip r:embed="rId2">
            <a:alphaModFix amt="70000"/>
          </a:blip>
          <a:srcRect b="10228" l="52" r="52" t="10228"/>
          <a:stretch/>
        </p:blipFill>
        <p:spPr>
          <a:xfrm>
            <a:off x="0" y="-7620"/>
            <a:ext cx="12192000" cy="6858000"/>
          </a:xfrm>
          <a:prstGeom prst="rect">
            <a:avLst/>
          </a:prstGeom>
          <a:noFill/>
          <a:ln>
            <a:noFill/>
          </a:ln>
        </p:spPr>
      </p:pic>
      <p:sp>
        <p:nvSpPr>
          <p:cNvPr id="452" name="Google Shape;452;p41"/>
          <p:cNvSpPr/>
          <p:nvPr/>
        </p:nvSpPr>
        <p:spPr>
          <a:xfrm>
            <a:off x="0" y="0"/>
            <a:ext cx="11466380" cy="6858000"/>
          </a:xfrm>
          <a:custGeom>
            <a:rect b="b" l="l" r="r" t="t"/>
            <a:pathLst>
              <a:path extrusionOk="0" h="6858000" w="11466380">
                <a:moveTo>
                  <a:pt x="0" y="0"/>
                </a:moveTo>
                <a:lnTo>
                  <a:pt x="11466380" y="0"/>
                </a:lnTo>
                <a:lnTo>
                  <a:pt x="11459898" y="33875"/>
                </a:lnTo>
                <a:cubicBezTo>
                  <a:pt x="10886758" y="2678478"/>
                  <a:pt x="8663700" y="3567130"/>
                  <a:pt x="6840458" y="4541685"/>
                </a:cubicBezTo>
                <a:cubicBezTo>
                  <a:pt x="5506759" y="5254571"/>
                  <a:pt x="4668282" y="6031842"/>
                  <a:pt x="4129570" y="6856267"/>
                </a:cubicBezTo>
                <a:lnTo>
                  <a:pt x="4128533"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453" name="Google Shape;453;p41"/>
          <p:cNvSpPr txBox="1"/>
          <p:nvPr>
            <p:ph type="ctrTitle"/>
          </p:nvPr>
        </p:nvSpPr>
        <p:spPr>
          <a:xfrm>
            <a:off x="571500" y="381000"/>
            <a:ext cx="8255000" cy="3111502"/>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5400"/>
              <a:buFont typeface="Arial"/>
              <a:buNone/>
              <a:defRPr sz="5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4" name="Google Shape;454;p41"/>
          <p:cNvSpPr txBox="1"/>
          <p:nvPr>
            <p:ph idx="1" type="subTitle"/>
          </p:nvPr>
        </p:nvSpPr>
        <p:spPr>
          <a:xfrm>
            <a:off x="571500" y="3619501"/>
            <a:ext cx="4064000" cy="1968500"/>
          </a:xfrm>
          <a:prstGeom prst="rect">
            <a:avLst/>
          </a:prstGeom>
          <a:noFill/>
          <a:ln>
            <a:noFill/>
          </a:ln>
        </p:spPr>
        <p:txBody>
          <a:bodyPr anchorCtr="0" anchor="ctr" bIns="0" lIns="0" spcFirstLastPara="1" rIns="0" wrap="square" tIns="0">
            <a:normAutofit/>
          </a:bodyPr>
          <a:lstStyle>
            <a:lvl1pPr lvl="0" algn="l">
              <a:lnSpc>
                <a:spcPct val="90000"/>
              </a:lnSpc>
              <a:spcBef>
                <a:spcPts val="1000"/>
              </a:spcBef>
              <a:spcAft>
                <a:spcPts val="0"/>
              </a:spcAft>
              <a:buClr>
                <a:schemeClr val="dk2"/>
              </a:buClr>
              <a:buSzPts val="2880"/>
              <a:buFont typeface="Lucida Sans"/>
              <a:buNone/>
              <a:defRPr sz="2400">
                <a:solidFill>
                  <a:schemeClr val="dk1"/>
                </a:solidFill>
                <a:latin typeface="Verdana"/>
                <a:ea typeface="Verdana"/>
                <a:cs typeface="Verdana"/>
                <a:sym typeface="Verdana"/>
              </a:defRPr>
            </a:lvl1pPr>
            <a:lvl2pPr lvl="1" algn="ctr">
              <a:lnSpc>
                <a:spcPct val="90000"/>
              </a:lnSpc>
              <a:spcBef>
                <a:spcPts val="1000"/>
              </a:spcBef>
              <a:spcAft>
                <a:spcPts val="0"/>
              </a:spcAft>
              <a:buSzPts val="2400"/>
              <a:buNone/>
              <a:defRPr sz="2000"/>
            </a:lvl2pPr>
            <a:lvl3pPr lvl="2" algn="ctr">
              <a:lnSpc>
                <a:spcPct val="90000"/>
              </a:lnSpc>
              <a:spcBef>
                <a:spcPts val="1000"/>
              </a:spcBef>
              <a:spcAft>
                <a:spcPts val="0"/>
              </a:spcAft>
              <a:buSzPts val="2160"/>
              <a:buNone/>
              <a:defRPr sz="1800"/>
            </a:lvl3pPr>
            <a:lvl4pPr lvl="3" algn="ctr">
              <a:lnSpc>
                <a:spcPct val="90000"/>
              </a:lnSpc>
              <a:spcBef>
                <a:spcPts val="1000"/>
              </a:spcBef>
              <a:spcAft>
                <a:spcPts val="0"/>
              </a:spcAft>
              <a:buSzPts val="1920"/>
              <a:buNone/>
              <a:defRPr sz="1600"/>
            </a:lvl4pPr>
            <a:lvl5pPr lvl="4" algn="ctr">
              <a:lnSpc>
                <a:spcPct val="90000"/>
              </a:lnSpc>
              <a:spcBef>
                <a:spcPts val="1000"/>
              </a:spcBef>
              <a:spcAft>
                <a:spcPts val="0"/>
              </a:spcAft>
              <a:buSzPts val="1600"/>
              <a:buNone/>
              <a:defRPr sz="1600"/>
            </a:lvl5pPr>
            <a:lvl6pPr lvl="5" algn="ctr">
              <a:lnSpc>
                <a:spcPct val="90000"/>
              </a:lnSpc>
              <a:spcBef>
                <a:spcPts val="1000"/>
              </a:spcBef>
              <a:spcAft>
                <a:spcPts val="0"/>
              </a:spcAft>
              <a:buSzPts val="1920"/>
              <a:buNone/>
              <a:defRPr sz="1600"/>
            </a:lvl6pPr>
            <a:lvl7pPr lvl="6" algn="ctr">
              <a:lnSpc>
                <a:spcPct val="90000"/>
              </a:lnSpc>
              <a:spcBef>
                <a:spcPts val="1000"/>
              </a:spcBef>
              <a:spcAft>
                <a:spcPts val="0"/>
              </a:spcAft>
              <a:buSzPts val="1920"/>
              <a:buNone/>
              <a:defRPr sz="1600"/>
            </a:lvl7pPr>
            <a:lvl8pPr lvl="7" algn="ctr">
              <a:lnSpc>
                <a:spcPct val="90000"/>
              </a:lnSpc>
              <a:spcBef>
                <a:spcPts val="1000"/>
              </a:spcBef>
              <a:spcAft>
                <a:spcPts val="0"/>
              </a:spcAft>
              <a:buSzPts val="1920"/>
              <a:buNone/>
              <a:defRPr sz="1600"/>
            </a:lvl8pPr>
            <a:lvl9pPr lvl="8" algn="ctr">
              <a:lnSpc>
                <a:spcPct val="90000"/>
              </a:lnSpc>
              <a:spcBef>
                <a:spcPts val="1000"/>
              </a:spcBef>
              <a:spcAft>
                <a:spcPts val="0"/>
              </a:spcAft>
              <a:buClr>
                <a:schemeClr val="dk1"/>
              </a:buClr>
              <a:buSzPts val="1920"/>
              <a:buNone/>
              <a:defRPr sz="1600"/>
            </a:lvl9pPr>
          </a:lstStyle>
          <a:p/>
        </p:txBody>
      </p:sp>
      <p:sp>
        <p:nvSpPr>
          <p:cNvPr id="455" name="Google Shape;455;p41"/>
          <p:cNvSpPr txBox="1"/>
          <p:nvPr>
            <p:ph idx="11" type="ftr"/>
          </p:nvPr>
        </p:nvSpPr>
        <p:spPr>
          <a:xfrm>
            <a:off x="571500" y="6477000"/>
            <a:ext cx="26670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6" name="Google Shape;456;p41"/>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7" name="Google Shape;457;p41"/>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58" name="Google Shape;458;p41"/>
          <p:cNvSpPr/>
          <p:nvPr/>
        </p:nvSpPr>
        <p:spPr>
          <a:xfrm>
            <a:off x="571500" y="5715000"/>
            <a:ext cx="2143123" cy="571499"/>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250"/>
                                        <p:tgtEl>
                                          <p:spTgt spid="452"/>
                                        </p:tgtEl>
                                      </p:cBhvr>
                                    </p:animEffect>
                                  </p:childTnLst>
                                </p:cTn>
                              </p:par>
                              <p:par>
                                <p:cTn fill="hold" nodeType="withEffect" presetClass="entr" presetID="10" presetSubtype="0">
                                  <p:stCondLst>
                                    <p:cond delay="100"/>
                                  </p:stCondLst>
                                  <p:childTnLst>
                                    <p:set>
                                      <p:cBhvr>
                                        <p:cTn dur="1" fill="hold">
                                          <p:stCondLst>
                                            <p:cond delay="0"/>
                                          </p:stCondLst>
                                        </p:cTn>
                                        <p:tgtEl>
                                          <p:spTgt spid="453"/>
                                        </p:tgtEl>
                                        <p:attrNameLst>
                                          <p:attrName>style.visibility</p:attrName>
                                        </p:attrNameLst>
                                      </p:cBhvr>
                                      <p:to>
                                        <p:strVal val="visible"/>
                                      </p:to>
                                    </p:set>
                                    <p:animEffect filter="fade" transition="in">
                                      <p:cBhvr>
                                        <p:cTn dur="750"/>
                                        <p:tgtEl>
                                          <p:spTgt spid="453"/>
                                        </p:tgtEl>
                                      </p:cBhvr>
                                    </p:animEffect>
                                  </p:childTnLst>
                                </p:cTn>
                              </p:par>
                            </p:childTnLst>
                          </p:cTn>
                        </p:par>
                        <p:par>
                          <p:cTn fill="hold">
                            <p:stCondLst>
                              <p:cond delay="750"/>
                            </p:stCondLst>
                            <p:childTnLst>
                              <p:par>
                                <p:cTn fill="hold" nodeType="afterEffect" presetClass="entr" presetID="10" presetSubtype="0">
                                  <p:stCondLst>
                                    <p:cond delay="200"/>
                                  </p:stCondLst>
                                  <p:childTnLst>
                                    <p:set>
                                      <p:cBhvr>
                                        <p:cTn dur="1" fill="hold">
                                          <p:stCondLst>
                                            <p:cond delay="0"/>
                                          </p:stCondLst>
                                        </p:cTn>
                                        <p:tgtEl>
                                          <p:spTgt spid="454"/>
                                        </p:tgtEl>
                                        <p:attrNameLst>
                                          <p:attrName>style.visibility</p:attrName>
                                        </p:attrNameLst>
                                      </p:cBhvr>
                                      <p:to>
                                        <p:strVal val="visible"/>
                                      </p:to>
                                    </p:set>
                                    <p:animEffect filter="fade" transition="in">
                                      <p:cBhvr>
                                        <p:cTn dur="750"/>
                                        <p:tgtEl>
                                          <p:spTgt spid="454"/>
                                        </p:tgtEl>
                                      </p:cBhvr>
                                    </p:animEffect>
                                  </p:childTnLst>
                                </p:cTn>
                              </p:par>
                            </p:childTnLst>
                          </p:cTn>
                        </p:par>
                        <p:par>
                          <p:cTn fill="hold">
                            <p:stCondLst>
                              <p:cond delay="1500"/>
                            </p:stCondLst>
                            <p:childTnLst>
                              <p:par>
                                <p:cTn fill="hold" nodeType="afterEffect" presetClass="entr" presetID="10" presetSubtype="0">
                                  <p:stCondLst>
                                    <p:cond delay="300"/>
                                  </p:stCondLst>
                                  <p:childTnLst>
                                    <p:set>
                                      <p:cBhvr>
                                        <p:cTn dur="1" fill="hold">
                                          <p:stCondLst>
                                            <p:cond delay="0"/>
                                          </p:stCondLst>
                                        </p:cTn>
                                        <p:tgtEl>
                                          <p:spTgt spid="458"/>
                                        </p:tgtEl>
                                        <p:attrNameLst>
                                          <p:attrName>style.visibility</p:attrName>
                                        </p:attrNameLst>
                                      </p:cBhvr>
                                      <p:to>
                                        <p:strVal val="visible"/>
                                      </p:to>
                                    </p:set>
                                    <p:animEffect filter="fade" transition="in">
                                      <p:cBhvr>
                                        <p:cTn dur="750"/>
                                        <p:tgtEl>
                                          <p:spTgt spid="458"/>
                                        </p:tgtEl>
                                      </p:cBhvr>
                                    </p:animEffect>
                                  </p:childTnLst>
                                </p:cTn>
                              </p:par>
                            </p:childTnLst>
                          </p:cTn>
                        </p:par>
                        <p:par>
                          <p:cTn fill="hold">
                            <p:stCondLst>
                              <p:cond delay="2250"/>
                            </p:stCondLst>
                            <p:childTnLst>
                              <p:par>
                                <p:cTn fill="hold" nodeType="afterEffect" presetClass="entr" presetID="10" presetSubtype="0">
                                  <p:stCondLst>
                                    <p:cond delay="300"/>
                                  </p:stCondLst>
                                  <p:childTnLst>
                                    <p:set>
                                      <p:cBhvr>
                                        <p:cTn dur="1" fill="hold">
                                          <p:stCondLst>
                                            <p:cond delay="0"/>
                                          </p:stCondLst>
                                        </p:cTn>
                                        <p:tgtEl>
                                          <p:spTgt spid="436"/>
                                        </p:tgtEl>
                                        <p:attrNameLst>
                                          <p:attrName>style.visibility</p:attrName>
                                        </p:attrNameLst>
                                      </p:cBhvr>
                                      <p:to>
                                        <p:strVal val="visible"/>
                                      </p:to>
                                    </p:set>
                                    <p:animEffect filter="fade" transition="in">
                                      <p:cBhvr>
                                        <p:cTn dur="300"/>
                                        <p:tgtEl>
                                          <p:spTgt spid="436"/>
                                        </p:tgtEl>
                                      </p:cBhvr>
                                    </p:animEffect>
                                  </p:childTnLst>
                                </p:cTn>
                              </p:par>
                              <p:par>
                                <p:cTn fill="hold" nodeType="withEffect" presetClass="entr" presetID="10" presetSubtype="0">
                                  <p:stCondLst>
                                    <p:cond delay="400"/>
                                  </p:stCondLst>
                                  <p:childTnLst>
                                    <p:set>
                                      <p:cBhvr>
                                        <p:cTn dur="1" fill="hold">
                                          <p:stCondLst>
                                            <p:cond delay="0"/>
                                          </p:stCondLst>
                                        </p:cTn>
                                        <p:tgtEl>
                                          <p:spTgt spid="445"/>
                                        </p:tgtEl>
                                        <p:attrNameLst>
                                          <p:attrName>style.visibility</p:attrName>
                                        </p:attrNameLst>
                                      </p:cBhvr>
                                      <p:to>
                                        <p:strVal val="visible"/>
                                      </p:to>
                                    </p:set>
                                    <p:animEffect filter="fade" transition="in">
                                      <p:cBhvr>
                                        <p:cTn dur="700"/>
                                        <p:tgtEl>
                                          <p:spTgt spid="445"/>
                                        </p:tgtEl>
                                      </p:cBhvr>
                                    </p:animEffect>
                                  </p:childTnLst>
                                </p:cTn>
                              </p:par>
                            </p:childTnLst>
                          </p:cTn>
                        </p:par>
                        <p:par>
                          <p:cTn fill="hold">
                            <p:stCondLst>
                              <p:cond delay="2950"/>
                            </p:stCondLst>
                            <p:childTnLst>
                              <p:par>
                                <p:cTn fill="hold" nodeType="afterEffect" presetClass="entr" presetID="10" presetSubtype="0">
                                  <p:stCondLst>
                                    <p:cond delay="400"/>
                                  </p:stCondLst>
                                  <p:childTnLst>
                                    <p:set>
                                      <p:cBhvr>
                                        <p:cTn dur="1" fill="hold">
                                          <p:stCondLst>
                                            <p:cond delay="0"/>
                                          </p:stCondLst>
                                        </p:cTn>
                                        <p:tgtEl>
                                          <p:spTgt spid="444"/>
                                        </p:tgtEl>
                                        <p:attrNameLst>
                                          <p:attrName>style.visibility</p:attrName>
                                        </p:attrNameLst>
                                      </p:cBhvr>
                                      <p:to>
                                        <p:strVal val="visible"/>
                                      </p:to>
                                    </p:set>
                                    <p:animEffect filter="fade" transition="in">
                                      <p:cBhvr>
                                        <p:cTn dur="600"/>
                                        <p:tgtEl>
                                          <p:spTgt spid="444"/>
                                        </p:tgtEl>
                                      </p:cBhvr>
                                    </p:animEffect>
                                  </p:childTnLst>
                                </p:cTn>
                              </p:par>
                              <p:par>
                                <p:cTn fill="hold" nodeType="withEffect" presetClass="entr" presetID="23" presetSubtype="16">
                                  <p:stCondLst>
                                    <p:cond delay="600"/>
                                  </p:stCondLst>
                                  <p:childTnLst>
                                    <p:set>
                                      <p:cBhvr>
                                        <p:cTn dur="1" fill="hold">
                                          <p:stCondLst>
                                            <p:cond delay="0"/>
                                          </p:stCondLst>
                                        </p:cTn>
                                        <p:tgtEl>
                                          <p:spTgt spid="446"/>
                                        </p:tgtEl>
                                        <p:attrNameLst>
                                          <p:attrName>style.visibility</p:attrName>
                                        </p:attrNameLst>
                                      </p:cBhvr>
                                      <p:to>
                                        <p:strVal val="visible"/>
                                      </p:to>
                                    </p:set>
                                    <p:anim calcmode="lin" valueType="num">
                                      <p:cBhvr additive="base">
                                        <p:cTn dur="200"/>
                                        <p:tgtEl>
                                          <p:spTgt spid="446"/>
                                        </p:tgtEl>
                                        <p:attrNameLst>
                                          <p:attrName>ppt_w</p:attrName>
                                        </p:attrNameLst>
                                      </p:cBhvr>
                                      <p:tavLst>
                                        <p:tav fmla="" tm="0">
                                          <p:val>
                                            <p:strVal val="0"/>
                                          </p:val>
                                        </p:tav>
                                        <p:tav fmla="" tm="100000">
                                          <p:val>
                                            <p:strVal val="#ppt_w"/>
                                          </p:val>
                                        </p:tav>
                                      </p:tavLst>
                                    </p:anim>
                                    <p:anim calcmode="lin" valueType="num">
                                      <p:cBhvr additive="base">
                                        <p:cTn dur="200"/>
                                        <p:tgtEl>
                                          <p:spTgt spid="446"/>
                                        </p:tgtEl>
                                        <p:attrNameLst>
                                          <p:attrName>ppt_h</p:attrName>
                                        </p:attrNameLst>
                                      </p:cBhvr>
                                      <p:tavLst>
                                        <p:tav fmla="" tm="0">
                                          <p:val>
                                            <p:strVal val="0"/>
                                          </p:val>
                                        </p:tav>
                                        <p:tav fmla="" tm="100000">
                                          <p:val>
                                            <p:strVal val="#ppt_h"/>
                                          </p:val>
                                        </p:tav>
                                      </p:tavLst>
                                    </p:anim>
                                  </p:childTnLst>
                                </p:cTn>
                              </p:par>
                            </p:childTnLst>
                          </p:cTn>
                        </p:par>
                        <p:par>
                          <p:cTn fill="hold">
                            <p:stCondLst>
                              <p:cond delay="3550"/>
                            </p:stCondLst>
                            <p:childTnLst>
                              <p:par>
                                <p:cTn fill="hold" nodeType="afterEffect" presetClass="entr" presetID="23" presetSubtype="16">
                                  <p:stCondLst>
                                    <p:cond delay="620"/>
                                  </p:stCondLst>
                                  <p:childTnLst>
                                    <p:set>
                                      <p:cBhvr>
                                        <p:cTn dur="1" fill="hold">
                                          <p:stCondLst>
                                            <p:cond delay="0"/>
                                          </p:stCondLst>
                                        </p:cTn>
                                        <p:tgtEl>
                                          <p:spTgt spid="447"/>
                                        </p:tgtEl>
                                        <p:attrNameLst>
                                          <p:attrName>style.visibility</p:attrName>
                                        </p:attrNameLst>
                                      </p:cBhvr>
                                      <p:to>
                                        <p:strVal val="visible"/>
                                      </p:to>
                                    </p:set>
                                    <p:anim calcmode="lin" valueType="num">
                                      <p:cBhvr additive="base">
                                        <p:cTn dur="200"/>
                                        <p:tgtEl>
                                          <p:spTgt spid="447"/>
                                        </p:tgtEl>
                                        <p:attrNameLst>
                                          <p:attrName>ppt_w</p:attrName>
                                        </p:attrNameLst>
                                      </p:cBhvr>
                                      <p:tavLst>
                                        <p:tav fmla="" tm="0">
                                          <p:val>
                                            <p:strVal val="0"/>
                                          </p:val>
                                        </p:tav>
                                        <p:tav fmla="" tm="100000">
                                          <p:val>
                                            <p:strVal val="#ppt_w"/>
                                          </p:val>
                                        </p:tav>
                                      </p:tavLst>
                                    </p:anim>
                                    <p:anim calcmode="lin" valueType="num">
                                      <p:cBhvr additive="base">
                                        <p:cTn dur="200"/>
                                        <p:tgtEl>
                                          <p:spTgt spid="447"/>
                                        </p:tgtEl>
                                        <p:attrNameLst>
                                          <p:attrName>ppt_h</p:attrName>
                                        </p:attrNameLst>
                                      </p:cBhvr>
                                      <p:tavLst>
                                        <p:tav fmla="" tm="0">
                                          <p:val>
                                            <p:strVal val="0"/>
                                          </p:val>
                                        </p:tav>
                                        <p:tav fmla="" tm="100000">
                                          <p:val>
                                            <p:strVal val="#ppt_h"/>
                                          </p:val>
                                        </p:tav>
                                      </p:tavLst>
                                    </p:anim>
                                  </p:childTnLst>
                                </p:cTn>
                              </p:par>
                            </p:childTnLst>
                          </p:cTn>
                        </p:par>
                        <p:par>
                          <p:cTn fill="hold">
                            <p:stCondLst>
                              <p:cond delay="3750"/>
                            </p:stCondLst>
                            <p:childTnLst>
                              <p:par>
                                <p:cTn fill="hold" nodeType="afterEffect" presetClass="entr" presetID="23" presetSubtype="16">
                                  <p:stCondLst>
                                    <p:cond delay="640"/>
                                  </p:stCondLst>
                                  <p:childTnLst>
                                    <p:set>
                                      <p:cBhvr>
                                        <p:cTn dur="1" fill="hold">
                                          <p:stCondLst>
                                            <p:cond delay="0"/>
                                          </p:stCondLst>
                                        </p:cTn>
                                        <p:tgtEl>
                                          <p:spTgt spid="448"/>
                                        </p:tgtEl>
                                        <p:attrNameLst>
                                          <p:attrName>style.visibility</p:attrName>
                                        </p:attrNameLst>
                                      </p:cBhvr>
                                      <p:to>
                                        <p:strVal val="visible"/>
                                      </p:to>
                                    </p:set>
                                    <p:anim calcmode="lin" valueType="num">
                                      <p:cBhvr additive="base">
                                        <p:cTn dur="200"/>
                                        <p:tgtEl>
                                          <p:spTgt spid="448"/>
                                        </p:tgtEl>
                                        <p:attrNameLst>
                                          <p:attrName>ppt_w</p:attrName>
                                        </p:attrNameLst>
                                      </p:cBhvr>
                                      <p:tavLst>
                                        <p:tav fmla="" tm="0">
                                          <p:val>
                                            <p:strVal val="0"/>
                                          </p:val>
                                        </p:tav>
                                        <p:tav fmla="" tm="100000">
                                          <p:val>
                                            <p:strVal val="#ppt_w"/>
                                          </p:val>
                                        </p:tav>
                                      </p:tavLst>
                                    </p:anim>
                                    <p:anim calcmode="lin" valueType="num">
                                      <p:cBhvr additive="base">
                                        <p:cTn dur="200"/>
                                        <p:tgtEl>
                                          <p:spTgt spid="448"/>
                                        </p:tgtEl>
                                        <p:attrNameLst>
                                          <p:attrName>ppt_h</p:attrName>
                                        </p:attrNameLst>
                                      </p:cBhvr>
                                      <p:tavLst>
                                        <p:tav fmla="" tm="0">
                                          <p:val>
                                            <p:strVal val="0"/>
                                          </p:val>
                                        </p:tav>
                                        <p:tav fmla="" tm="100000">
                                          <p:val>
                                            <p:strVal val="#ppt_h"/>
                                          </p:val>
                                        </p:tav>
                                      </p:tavLst>
                                    </p:anim>
                                  </p:childTnLst>
                                </p:cTn>
                              </p:par>
                            </p:childTnLst>
                          </p:cTn>
                        </p:par>
                        <p:par>
                          <p:cTn fill="hold">
                            <p:stCondLst>
                              <p:cond delay="3950"/>
                            </p:stCondLst>
                            <p:childTnLst>
                              <p:par>
                                <p:cTn fill="hold" nodeType="afterEffect" presetClass="entr" presetID="23" presetSubtype="16">
                                  <p:stCondLst>
                                    <p:cond delay="660"/>
                                  </p:stCondLst>
                                  <p:childTnLst>
                                    <p:set>
                                      <p:cBhvr>
                                        <p:cTn dur="1" fill="hold">
                                          <p:stCondLst>
                                            <p:cond delay="0"/>
                                          </p:stCondLst>
                                        </p:cTn>
                                        <p:tgtEl>
                                          <p:spTgt spid="449"/>
                                        </p:tgtEl>
                                        <p:attrNameLst>
                                          <p:attrName>style.visibility</p:attrName>
                                        </p:attrNameLst>
                                      </p:cBhvr>
                                      <p:to>
                                        <p:strVal val="visible"/>
                                      </p:to>
                                    </p:set>
                                    <p:anim calcmode="lin" valueType="num">
                                      <p:cBhvr additive="base">
                                        <p:cTn dur="200"/>
                                        <p:tgtEl>
                                          <p:spTgt spid="449"/>
                                        </p:tgtEl>
                                        <p:attrNameLst>
                                          <p:attrName>ppt_w</p:attrName>
                                        </p:attrNameLst>
                                      </p:cBhvr>
                                      <p:tavLst>
                                        <p:tav fmla="" tm="0">
                                          <p:val>
                                            <p:strVal val="0"/>
                                          </p:val>
                                        </p:tav>
                                        <p:tav fmla="" tm="100000">
                                          <p:val>
                                            <p:strVal val="#ppt_w"/>
                                          </p:val>
                                        </p:tav>
                                      </p:tavLst>
                                    </p:anim>
                                    <p:anim calcmode="lin" valueType="num">
                                      <p:cBhvr additive="base">
                                        <p:cTn dur="200"/>
                                        <p:tgtEl>
                                          <p:spTgt spid="449"/>
                                        </p:tgtEl>
                                        <p:attrNameLst>
                                          <p:attrName>ppt_h</p:attrName>
                                        </p:attrNameLst>
                                      </p:cBhvr>
                                      <p:tavLst>
                                        <p:tav fmla="" tm="0">
                                          <p:val>
                                            <p:strVal val="0"/>
                                          </p:val>
                                        </p:tav>
                                        <p:tav fmla="" tm="100000">
                                          <p:val>
                                            <p:strVal val="#ppt_h"/>
                                          </p:val>
                                        </p:tav>
                                      </p:tavLst>
                                    </p:anim>
                                  </p:childTnLst>
                                </p:cTn>
                              </p:par>
                            </p:childTnLst>
                          </p:cTn>
                        </p:par>
                        <p:par>
                          <p:cTn fill="hold">
                            <p:stCondLst>
                              <p:cond delay="4150"/>
                            </p:stCondLst>
                            <p:childTnLst>
                              <p:par>
                                <p:cTn fill="hold" nodeType="afterEffect" presetClass="entr" presetID="23" presetSubtype="16">
                                  <p:stCondLst>
                                    <p:cond delay="680"/>
                                  </p:stCondLst>
                                  <p:childTnLst>
                                    <p:set>
                                      <p:cBhvr>
                                        <p:cTn dur="1" fill="hold">
                                          <p:stCondLst>
                                            <p:cond delay="0"/>
                                          </p:stCondLst>
                                        </p:cTn>
                                        <p:tgtEl>
                                          <p:spTgt spid="450"/>
                                        </p:tgtEl>
                                        <p:attrNameLst>
                                          <p:attrName>style.visibility</p:attrName>
                                        </p:attrNameLst>
                                      </p:cBhvr>
                                      <p:to>
                                        <p:strVal val="visible"/>
                                      </p:to>
                                    </p:set>
                                    <p:anim calcmode="lin" valueType="num">
                                      <p:cBhvr additive="base">
                                        <p:cTn dur="200"/>
                                        <p:tgtEl>
                                          <p:spTgt spid="450"/>
                                        </p:tgtEl>
                                        <p:attrNameLst>
                                          <p:attrName>ppt_w</p:attrName>
                                        </p:attrNameLst>
                                      </p:cBhvr>
                                      <p:tavLst>
                                        <p:tav fmla="" tm="0">
                                          <p:val>
                                            <p:strVal val="0"/>
                                          </p:val>
                                        </p:tav>
                                        <p:tav fmla="" tm="100000">
                                          <p:val>
                                            <p:strVal val="#ppt_w"/>
                                          </p:val>
                                        </p:tav>
                                      </p:tavLst>
                                    </p:anim>
                                    <p:anim calcmode="lin" valueType="num">
                                      <p:cBhvr additive="base">
                                        <p:cTn dur="200"/>
                                        <p:tgtEl>
                                          <p:spTgt spid="450"/>
                                        </p:tgtEl>
                                        <p:attrNameLst>
                                          <p:attrName>ppt_h</p:attrName>
                                        </p:attrNameLst>
                                      </p:cBhvr>
                                      <p:tavLst>
                                        <p:tav fmla="" tm="0">
                                          <p:val>
                                            <p:strVal val="0"/>
                                          </p:val>
                                        </p:tav>
                                        <p:tav fmla="" tm="100000">
                                          <p:val>
                                            <p:strVal val="#ppt_h"/>
                                          </p:val>
                                        </p:tav>
                                      </p:tavLst>
                                    </p:anim>
                                  </p:childTnLst>
                                </p:cTn>
                              </p:par>
                            </p:childTnLst>
                          </p:cTn>
                        </p:par>
                        <p:par>
                          <p:cTn fill="hold">
                            <p:stCondLst>
                              <p:cond delay="4350"/>
                            </p:stCondLst>
                            <p:childTnLst>
                              <p:par>
                                <p:cTn fill="hold" nodeType="afterEffect" presetClass="entr" presetID="23" presetSubtype="16">
                                  <p:stCondLst>
                                    <p:cond delay="600"/>
                                  </p:stCondLst>
                                  <p:childTnLst>
                                    <p:set>
                                      <p:cBhvr>
                                        <p:cTn dur="1" fill="hold">
                                          <p:stCondLst>
                                            <p:cond delay="0"/>
                                          </p:stCondLst>
                                        </p:cTn>
                                        <p:tgtEl>
                                          <p:spTgt spid="443"/>
                                        </p:tgtEl>
                                        <p:attrNameLst>
                                          <p:attrName>style.visibility</p:attrName>
                                        </p:attrNameLst>
                                      </p:cBhvr>
                                      <p:to>
                                        <p:strVal val="visible"/>
                                      </p:to>
                                    </p:set>
                                    <p:anim calcmode="lin" valueType="num">
                                      <p:cBhvr additive="base">
                                        <p:cTn dur="200"/>
                                        <p:tgtEl>
                                          <p:spTgt spid="443"/>
                                        </p:tgtEl>
                                        <p:attrNameLst>
                                          <p:attrName>ppt_w</p:attrName>
                                        </p:attrNameLst>
                                      </p:cBhvr>
                                      <p:tavLst>
                                        <p:tav fmla="" tm="0">
                                          <p:val>
                                            <p:strVal val="0"/>
                                          </p:val>
                                        </p:tav>
                                        <p:tav fmla="" tm="100000">
                                          <p:val>
                                            <p:strVal val="#ppt_w"/>
                                          </p:val>
                                        </p:tav>
                                      </p:tavLst>
                                    </p:anim>
                                    <p:anim calcmode="lin" valueType="num">
                                      <p:cBhvr additive="base">
                                        <p:cTn dur="200"/>
                                        <p:tgtEl>
                                          <p:spTgt spid="44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640"/>
                                  </p:stCondLst>
                                  <p:childTnLst>
                                    <p:set>
                                      <p:cBhvr>
                                        <p:cTn dur="1" fill="hold">
                                          <p:stCondLst>
                                            <p:cond delay="0"/>
                                          </p:stCondLst>
                                        </p:cTn>
                                        <p:tgtEl>
                                          <p:spTgt spid="438"/>
                                        </p:tgtEl>
                                        <p:attrNameLst>
                                          <p:attrName>style.visibility</p:attrName>
                                        </p:attrNameLst>
                                      </p:cBhvr>
                                      <p:to>
                                        <p:strVal val="visible"/>
                                      </p:to>
                                    </p:set>
                                    <p:anim calcmode="lin" valueType="num">
                                      <p:cBhvr additive="base">
                                        <p:cTn dur="200"/>
                                        <p:tgtEl>
                                          <p:spTgt spid="438"/>
                                        </p:tgtEl>
                                        <p:attrNameLst>
                                          <p:attrName>ppt_w</p:attrName>
                                        </p:attrNameLst>
                                      </p:cBhvr>
                                      <p:tavLst>
                                        <p:tav fmla="" tm="0">
                                          <p:val>
                                            <p:strVal val="0"/>
                                          </p:val>
                                        </p:tav>
                                        <p:tav fmla="" tm="100000">
                                          <p:val>
                                            <p:strVal val="#ppt_w"/>
                                          </p:val>
                                        </p:tav>
                                      </p:tavLst>
                                    </p:anim>
                                    <p:anim calcmode="lin" valueType="num">
                                      <p:cBhvr additive="base">
                                        <p:cTn dur="200"/>
                                        <p:tgtEl>
                                          <p:spTgt spid="438"/>
                                        </p:tgtEl>
                                        <p:attrNameLst>
                                          <p:attrName>ppt_h</p:attrName>
                                        </p:attrNameLst>
                                      </p:cBhvr>
                                      <p:tavLst>
                                        <p:tav fmla="" tm="0">
                                          <p:val>
                                            <p:strVal val="0"/>
                                          </p:val>
                                        </p:tav>
                                        <p:tav fmla="" tm="100000">
                                          <p:val>
                                            <p:strVal val="#ppt_h"/>
                                          </p:val>
                                        </p:tav>
                                      </p:tavLst>
                                    </p:anim>
                                  </p:childTnLst>
                                </p:cTn>
                              </p:par>
                            </p:childTnLst>
                          </p:cTn>
                        </p:par>
                        <p:par>
                          <p:cTn fill="hold">
                            <p:stCondLst>
                              <p:cond delay="4550"/>
                            </p:stCondLst>
                            <p:childTnLst>
                              <p:par>
                                <p:cTn fill="hold" nodeType="afterEffect" presetClass="entr" presetID="10" presetSubtype="0">
                                  <p:stCondLst>
                                    <p:cond delay="600"/>
                                  </p:stCondLst>
                                  <p:childTnLst>
                                    <p:set>
                                      <p:cBhvr>
                                        <p:cTn dur="1" fill="hold">
                                          <p:stCondLst>
                                            <p:cond delay="0"/>
                                          </p:stCondLst>
                                        </p:cTn>
                                        <p:tgtEl>
                                          <p:spTgt spid="439"/>
                                        </p:tgtEl>
                                        <p:attrNameLst>
                                          <p:attrName>style.visibility</p:attrName>
                                        </p:attrNameLst>
                                      </p:cBhvr>
                                      <p:to>
                                        <p:strVal val="visible"/>
                                      </p:to>
                                    </p:set>
                                    <p:animEffect filter="fade" transition="in">
                                      <p:cBhvr>
                                        <p:cTn dur="250"/>
                                        <p:tgtEl>
                                          <p:spTgt spid="439"/>
                                        </p:tgtEl>
                                      </p:cBhvr>
                                    </p:animEffect>
                                  </p:childTnLst>
                                </p:cTn>
                              </p:par>
                            </p:childTnLst>
                          </p:cTn>
                        </p:par>
                        <p:par>
                          <p:cTn fill="hold">
                            <p:stCondLst>
                              <p:cond delay="4800"/>
                            </p:stCondLst>
                            <p:childTnLst>
                              <p:par>
                                <p:cTn fill="hold" nodeType="afterEffect" presetClass="entr" presetID="10" presetSubtype="0">
                                  <p:stCondLst>
                                    <p:cond delay="650"/>
                                  </p:stCondLst>
                                  <p:childTnLst>
                                    <p:set>
                                      <p:cBhvr>
                                        <p:cTn dur="1" fill="hold">
                                          <p:stCondLst>
                                            <p:cond delay="0"/>
                                          </p:stCondLst>
                                        </p:cTn>
                                        <p:tgtEl>
                                          <p:spTgt spid="440"/>
                                        </p:tgtEl>
                                        <p:attrNameLst>
                                          <p:attrName>style.visibility</p:attrName>
                                        </p:attrNameLst>
                                      </p:cBhvr>
                                      <p:to>
                                        <p:strVal val="visible"/>
                                      </p:to>
                                    </p:set>
                                    <p:animEffect filter="fade" transition="in">
                                      <p:cBhvr>
                                        <p:cTn dur="250"/>
                                        <p:tgtEl>
                                          <p:spTgt spid="440"/>
                                        </p:tgtEl>
                                      </p:cBhvr>
                                    </p:animEffect>
                                  </p:childTnLst>
                                </p:cTn>
                              </p:par>
                            </p:childTnLst>
                          </p:cTn>
                        </p:par>
                        <p:par>
                          <p:cTn fill="hold">
                            <p:stCondLst>
                              <p:cond delay="5050"/>
                            </p:stCondLst>
                            <p:childTnLst>
                              <p:par>
                                <p:cTn fill="hold" nodeType="afterEffect" presetClass="entr" presetID="10" presetSubtype="0">
                                  <p:stCondLst>
                                    <p:cond delay="650"/>
                                  </p:stCondLst>
                                  <p:childTnLst>
                                    <p:set>
                                      <p:cBhvr>
                                        <p:cTn dur="1" fill="hold">
                                          <p:stCondLst>
                                            <p:cond delay="0"/>
                                          </p:stCondLst>
                                        </p:cTn>
                                        <p:tgtEl>
                                          <p:spTgt spid="441"/>
                                        </p:tgtEl>
                                        <p:attrNameLst>
                                          <p:attrName>style.visibility</p:attrName>
                                        </p:attrNameLst>
                                      </p:cBhvr>
                                      <p:to>
                                        <p:strVal val="visible"/>
                                      </p:to>
                                    </p:set>
                                    <p:animEffect filter="fade" transition="in">
                                      <p:cBhvr>
                                        <p:cTn dur="250"/>
                                        <p:tgtEl>
                                          <p:spTgt spid="441"/>
                                        </p:tgtEl>
                                      </p:cBhvr>
                                    </p:animEffect>
                                  </p:childTnLst>
                                </p:cTn>
                              </p:par>
                            </p:childTnLst>
                          </p:cTn>
                        </p:par>
                        <p:par>
                          <p:cTn fill="hold">
                            <p:stCondLst>
                              <p:cond delay="5300"/>
                            </p:stCondLst>
                            <p:childTnLst>
                              <p:par>
                                <p:cTn fill="hold" nodeType="afterEffect" presetClass="entr" presetID="10" presetSubtype="0">
                                  <p:stCondLst>
                                    <p:cond delay="750"/>
                                  </p:stCondLst>
                                  <p:childTnLst>
                                    <p:set>
                                      <p:cBhvr>
                                        <p:cTn dur="1" fill="hold">
                                          <p:stCondLst>
                                            <p:cond delay="0"/>
                                          </p:stCondLst>
                                        </p:cTn>
                                        <p:tgtEl>
                                          <p:spTgt spid="437"/>
                                        </p:tgtEl>
                                        <p:attrNameLst>
                                          <p:attrName>style.visibility</p:attrName>
                                        </p:attrNameLst>
                                      </p:cBhvr>
                                      <p:to>
                                        <p:strVal val="visible"/>
                                      </p:to>
                                    </p:set>
                                    <p:animEffect filter="fade" transition="in">
                                      <p:cBhvr>
                                        <p:cTn dur="250"/>
                                        <p:tgtEl>
                                          <p:spTgt spid="437"/>
                                        </p:tgtEl>
                                      </p:cBhvr>
                                    </p:animEffect>
                                  </p:childTnLst>
                                </p:cTn>
                              </p:par>
                            </p:childTnLst>
                          </p:cTn>
                        </p:par>
                        <p:par>
                          <p:cTn fill="hold">
                            <p:stCondLst>
                              <p:cond delay="5550"/>
                            </p:stCondLst>
                            <p:childTnLst>
                              <p:par>
                                <p:cTn fill="hold" nodeType="afterEffect" presetClass="entr" presetID="10" presetSubtype="0">
                                  <p:stCondLst>
                                    <p:cond delay="600"/>
                                  </p:stCondLst>
                                  <p:childTnLst>
                                    <p:set>
                                      <p:cBhvr>
                                        <p:cTn dur="1" fill="hold">
                                          <p:stCondLst>
                                            <p:cond delay="0"/>
                                          </p:stCondLst>
                                        </p:cTn>
                                        <p:tgtEl>
                                          <p:spTgt spid="442"/>
                                        </p:tgtEl>
                                        <p:attrNameLst>
                                          <p:attrName>style.visibility</p:attrName>
                                        </p:attrNameLst>
                                      </p:cBhvr>
                                      <p:to>
                                        <p:strVal val="visible"/>
                                      </p:to>
                                    </p:set>
                                    <p:animEffect filter="fade" transition="in">
                                      <p:cBhvr>
                                        <p:cTn dur="250"/>
                                        <p:tgtEl>
                                          <p:spTgt spid="4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gradFill>
          <a:gsLst>
            <a:gs pos="0">
              <a:schemeClr val="accent2"/>
            </a:gs>
            <a:gs pos="100000">
              <a:schemeClr val="dk2"/>
            </a:gs>
          </a:gsLst>
          <a:lin ang="5400000" scaled="0"/>
        </a:gradFill>
      </p:bgPr>
    </p:bg>
    <p:spTree>
      <p:nvGrpSpPr>
        <p:cNvPr id="459" name="Shape 459"/>
        <p:cNvGrpSpPr/>
        <p:nvPr/>
      </p:nvGrpSpPr>
      <p:grpSpPr>
        <a:xfrm>
          <a:off x="0" y="0"/>
          <a:ext cx="0" cy="0"/>
          <a:chOff x="0" y="0"/>
          <a:chExt cx="0" cy="0"/>
        </a:xfrm>
      </p:grpSpPr>
      <p:pic>
        <p:nvPicPr>
          <p:cNvPr descr="Background pattern&#10;&#10;Description automatically generated" id="460" name="Google Shape;460;p42"/>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461" name="Google Shape;461;p42"/>
          <p:cNvSpPr txBox="1"/>
          <p:nvPr>
            <p:ph idx="11" type="ftr"/>
          </p:nvPr>
        </p:nvSpPr>
        <p:spPr>
          <a:xfrm>
            <a:off x="571500" y="6477000"/>
            <a:ext cx="2667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2" name="Google Shape;462;p42"/>
          <p:cNvSpPr txBox="1"/>
          <p:nvPr>
            <p:ph type="title"/>
          </p:nvPr>
        </p:nvSpPr>
        <p:spPr>
          <a:xfrm>
            <a:off x="571500" y="571500"/>
            <a:ext cx="2660628" cy="5715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3" name="Google Shape;463;p42"/>
          <p:cNvSpPr/>
          <p:nvPr/>
        </p:nvSpPr>
        <p:spPr>
          <a:xfrm>
            <a:off x="3302000" y="0"/>
            <a:ext cx="8890000" cy="6858000"/>
          </a:xfrm>
          <a:prstGeom prst="rect">
            <a:avLst/>
          </a:prstGeom>
          <a:solidFill>
            <a:schemeClr val="lt1"/>
          </a:solidFill>
          <a:ln>
            <a:noFill/>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464" name="Google Shape;464;p42"/>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5" name="Google Shape;465;p42"/>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466" name="Google Shape;466;p42"/>
          <p:cNvGrpSpPr/>
          <p:nvPr/>
        </p:nvGrpSpPr>
        <p:grpSpPr>
          <a:xfrm>
            <a:off x="11407071" y="476250"/>
            <a:ext cx="213430" cy="571500"/>
            <a:chOff x="4249" y="1683"/>
            <a:chExt cx="695" cy="1861"/>
          </a:xfrm>
        </p:grpSpPr>
        <p:sp>
          <p:nvSpPr>
            <p:cNvPr id="467" name="Google Shape;467;p42"/>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468" name="Google Shape;468;p42"/>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469" name="Google Shape;469;p42"/>
          <p:cNvSpPr txBox="1"/>
          <p:nvPr>
            <p:ph idx="1" type="body"/>
          </p:nvPr>
        </p:nvSpPr>
        <p:spPr>
          <a:xfrm>
            <a:off x="4762501" y="2095502"/>
            <a:ext cx="7493000" cy="698498"/>
          </a:xfrm>
          <a:prstGeom prst="rect">
            <a:avLst/>
          </a:prstGeom>
          <a:noFill/>
          <a:ln cap="flat" cmpd="sng" w="19050">
            <a:solidFill>
              <a:schemeClr val="dk2"/>
            </a:solidFill>
            <a:prstDash val="solid"/>
            <a:round/>
            <a:headEnd len="sm" w="sm" type="none"/>
            <a:tailEnd len="sm" w="sm" type="none"/>
          </a:ln>
        </p:spPr>
        <p:txBody>
          <a:bodyPr anchorCtr="0" anchor="b" bIns="144000" lIns="1396800" spcFirstLastPara="1" rIns="0" wrap="square" tIns="0">
            <a:normAutofit/>
          </a:bodyPr>
          <a:lstStyle>
            <a:lvl1pPr indent="-228600" lvl="0" marL="457200" algn="l">
              <a:lnSpc>
                <a:spcPct val="90000"/>
              </a:lnSpc>
              <a:spcBef>
                <a:spcPts val="1000"/>
              </a:spcBef>
              <a:spcAft>
                <a:spcPts val="0"/>
              </a:spcAft>
              <a:buSzPts val="2400"/>
              <a:buNone/>
              <a:defRPr b="1"/>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70" name="Google Shape;470;p42"/>
          <p:cNvSpPr txBox="1"/>
          <p:nvPr>
            <p:ph idx="2" type="body"/>
          </p:nvPr>
        </p:nvSpPr>
        <p:spPr>
          <a:xfrm>
            <a:off x="4762501" y="2794002"/>
            <a:ext cx="7493000" cy="698498"/>
          </a:xfrm>
          <a:prstGeom prst="rect">
            <a:avLst/>
          </a:prstGeom>
          <a:noFill/>
          <a:ln cap="flat" cmpd="sng" w="19050">
            <a:solidFill>
              <a:schemeClr val="dk2"/>
            </a:solidFill>
            <a:prstDash val="solid"/>
            <a:round/>
            <a:headEnd len="sm" w="sm" type="none"/>
            <a:tailEnd len="sm" w="sm" type="none"/>
          </a:ln>
        </p:spPr>
        <p:txBody>
          <a:bodyPr anchorCtr="0" anchor="b" bIns="144000" lIns="1396800" spcFirstLastPara="1" rIns="0" wrap="square" tIns="0">
            <a:normAutofit/>
          </a:bodyPr>
          <a:lstStyle>
            <a:lvl1pPr indent="-228600" lvl="0" marL="457200" algn="l">
              <a:lnSpc>
                <a:spcPct val="90000"/>
              </a:lnSpc>
              <a:spcBef>
                <a:spcPts val="1000"/>
              </a:spcBef>
              <a:spcAft>
                <a:spcPts val="0"/>
              </a:spcAft>
              <a:buSzPts val="2400"/>
              <a:buNone/>
              <a:defRPr b="1"/>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71" name="Google Shape;471;p42"/>
          <p:cNvSpPr txBox="1"/>
          <p:nvPr>
            <p:ph idx="3" type="body"/>
          </p:nvPr>
        </p:nvSpPr>
        <p:spPr>
          <a:xfrm>
            <a:off x="4762501" y="3492502"/>
            <a:ext cx="7493000" cy="698498"/>
          </a:xfrm>
          <a:prstGeom prst="rect">
            <a:avLst/>
          </a:prstGeom>
          <a:noFill/>
          <a:ln cap="flat" cmpd="sng" w="19050">
            <a:solidFill>
              <a:schemeClr val="dk2"/>
            </a:solidFill>
            <a:prstDash val="solid"/>
            <a:round/>
            <a:headEnd len="sm" w="sm" type="none"/>
            <a:tailEnd len="sm" w="sm" type="none"/>
          </a:ln>
        </p:spPr>
        <p:txBody>
          <a:bodyPr anchorCtr="0" anchor="b" bIns="144000" lIns="1396800" spcFirstLastPara="1" rIns="0" wrap="square" tIns="0">
            <a:normAutofit/>
          </a:bodyPr>
          <a:lstStyle>
            <a:lvl1pPr indent="-228600" lvl="0" marL="457200" algn="l">
              <a:lnSpc>
                <a:spcPct val="90000"/>
              </a:lnSpc>
              <a:spcBef>
                <a:spcPts val="1000"/>
              </a:spcBef>
              <a:spcAft>
                <a:spcPts val="0"/>
              </a:spcAft>
              <a:buSzPts val="2400"/>
              <a:buNone/>
              <a:defRPr b="1"/>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72" name="Google Shape;472;p42"/>
          <p:cNvSpPr txBox="1"/>
          <p:nvPr>
            <p:ph idx="4" type="body"/>
          </p:nvPr>
        </p:nvSpPr>
        <p:spPr>
          <a:xfrm>
            <a:off x="4762501" y="4191000"/>
            <a:ext cx="7493000" cy="698499"/>
          </a:xfrm>
          <a:prstGeom prst="rect">
            <a:avLst/>
          </a:prstGeom>
          <a:noFill/>
          <a:ln cap="flat" cmpd="sng" w="19050">
            <a:solidFill>
              <a:schemeClr val="dk2"/>
            </a:solidFill>
            <a:prstDash val="solid"/>
            <a:round/>
            <a:headEnd len="sm" w="sm" type="none"/>
            <a:tailEnd len="sm" w="sm" type="none"/>
          </a:ln>
        </p:spPr>
        <p:txBody>
          <a:bodyPr anchorCtr="0" anchor="b" bIns="144000" lIns="1396800" spcFirstLastPara="1" rIns="0" wrap="square" tIns="0">
            <a:normAutofit/>
          </a:bodyPr>
          <a:lstStyle>
            <a:lvl1pPr indent="-228600" lvl="0" marL="457200" algn="l">
              <a:lnSpc>
                <a:spcPct val="90000"/>
              </a:lnSpc>
              <a:spcBef>
                <a:spcPts val="1000"/>
              </a:spcBef>
              <a:spcAft>
                <a:spcPts val="0"/>
              </a:spcAft>
              <a:buSzPts val="2400"/>
              <a:buNone/>
              <a:defRPr b="1"/>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73" name="Google Shape;473;p42"/>
          <p:cNvSpPr txBox="1"/>
          <p:nvPr>
            <p:ph idx="5" type="body"/>
          </p:nvPr>
        </p:nvSpPr>
        <p:spPr>
          <a:xfrm>
            <a:off x="4762500" y="4889500"/>
            <a:ext cx="7493000" cy="698501"/>
          </a:xfrm>
          <a:prstGeom prst="rect">
            <a:avLst/>
          </a:prstGeom>
          <a:noFill/>
          <a:ln cap="flat" cmpd="sng" w="19050">
            <a:solidFill>
              <a:schemeClr val="dk2"/>
            </a:solidFill>
            <a:prstDash val="solid"/>
            <a:round/>
            <a:headEnd len="sm" w="sm" type="none"/>
            <a:tailEnd len="sm" w="sm" type="none"/>
          </a:ln>
        </p:spPr>
        <p:txBody>
          <a:bodyPr anchorCtr="0" anchor="b" bIns="144000" lIns="1396800" spcFirstLastPara="1" rIns="0" wrap="square" tIns="0">
            <a:normAutofit/>
          </a:bodyPr>
          <a:lstStyle>
            <a:lvl1pPr indent="-228600" lvl="0" marL="457200" algn="l">
              <a:lnSpc>
                <a:spcPct val="90000"/>
              </a:lnSpc>
              <a:spcBef>
                <a:spcPts val="1000"/>
              </a:spcBef>
              <a:spcAft>
                <a:spcPts val="0"/>
              </a:spcAft>
              <a:buSzPts val="2400"/>
              <a:buNone/>
              <a:defRPr b="1"/>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74" name="Google Shape;474;p42"/>
          <p:cNvSpPr txBox="1"/>
          <p:nvPr>
            <p:ph idx="6" type="body"/>
          </p:nvPr>
        </p:nvSpPr>
        <p:spPr>
          <a:xfrm>
            <a:off x="4762500" y="5588001"/>
            <a:ext cx="7493000" cy="698499"/>
          </a:xfrm>
          <a:prstGeom prst="rect">
            <a:avLst/>
          </a:prstGeom>
          <a:noFill/>
          <a:ln cap="flat" cmpd="sng" w="19050">
            <a:solidFill>
              <a:schemeClr val="dk2"/>
            </a:solidFill>
            <a:prstDash val="solid"/>
            <a:round/>
            <a:headEnd len="sm" w="sm" type="none"/>
            <a:tailEnd len="sm" w="sm" type="none"/>
          </a:ln>
        </p:spPr>
        <p:txBody>
          <a:bodyPr anchorCtr="0" anchor="b" bIns="144000" lIns="1396800" spcFirstLastPara="1" rIns="0" wrap="square" tIns="0">
            <a:normAutofit/>
          </a:bodyPr>
          <a:lstStyle>
            <a:lvl1pPr indent="-228600" lvl="0" marL="457200" algn="l">
              <a:lnSpc>
                <a:spcPct val="90000"/>
              </a:lnSpc>
              <a:spcBef>
                <a:spcPts val="1000"/>
              </a:spcBef>
              <a:spcAft>
                <a:spcPts val="0"/>
              </a:spcAft>
              <a:buSzPts val="2400"/>
              <a:buNone/>
              <a:defRPr b="1"/>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75" name="Google Shape;475;p42"/>
          <p:cNvSpPr txBox="1"/>
          <p:nvPr>
            <p:ph idx="7" type="body"/>
          </p:nvPr>
        </p:nvSpPr>
        <p:spPr>
          <a:xfrm>
            <a:off x="4762501" y="1397002"/>
            <a:ext cx="7493000" cy="698499"/>
          </a:xfrm>
          <a:prstGeom prst="rect">
            <a:avLst/>
          </a:prstGeom>
          <a:noFill/>
          <a:ln cap="flat" cmpd="sng" w="19050">
            <a:solidFill>
              <a:schemeClr val="dk2"/>
            </a:solidFill>
            <a:prstDash val="solid"/>
            <a:round/>
            <a:headEnd len="sm" w="sm" type="none"/>
            <a:tailEnd len="sm" w="sm" type="none"/>
          </a:ln>
        </p:spPr>
        <p:txBody>
          <a:bodyPr anchorCtr="0" anchor="b" bIns="144000" lIns="1396800" spcFirstLastPara="1" rIns="0" wrap="square" tIns="0">
            <a:normAutofit/>
          </a:bodyPr>
          <a:lstStyle>
            <a:lvl1pPr indent="-228600" lvl="0" marL="457200" algn="l">
              <a:lnSpc>
                <a:spcPct val="90000"/>
              </a:lnSpc>
              <a:spcBef>
                <a:spcPts val="1000"/>
              </a:spcBef>
              <a:spcAft>
                <a:spcPts val="0"/>
              </a:spcAft>
              <a:buSzPts val="2400"/>
              <a:buNone/>
              <a:defRPr b="1"/>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76" name="Google Shape;476;p42"/>
          <p:cNvSpPr txBox="1"/>
          <p:nvPr>
            <p:ph idx="8" type="body"/>
          </p:nvPr>
        </p:nvSpPr>
        <p:spPr>
          <a:xfrm>
            <a:off x="4762500" y="1397002"/>
            <a:ext cx="1270000" cy="698499"/>
          </a:xfrm>
          <a:prstGeom prst="rect">
            <a:avLst/>
          </a:prstGeom>
          <a:noFill/>
          <a:ln>
            <a:noFill/>
          </a:ln>
        </p:spPr>
        <p:txBody>
          <a:bodyPr anchorCtr="0" anchor="b" bIns="144000" lIns="0" spcFirstLastPara="1" rIns="0" wrap="square" tIns="0">
            <a:normAutofit/>
          </a:bodyPr>
          <a:lstStyle>
            <a:lvl1pPr indent="-228600" lvl="0" marL="457200" algn="l">
              <a:lnSpc>
                <a:spcPct val="90000"/>
              </a:lnSpc>
              <a:spcBef>
                <a:spcPts val="1000"/>
              </a:spcBef>
              <a:spcAft>
                <a:spcPts val="0"/>
              </a:spcAft>
              <a:buSzPts val="2400"/>
              <a:buNone/>
              <a:defRPr>
                <a:solidFill>
                  <a:schemeClr val="dk2"/>
                </a:solidFil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77" name="Google Shape;477;p42"/>
          <p:cNvSpPr txBox="1"/>
          <p:nvPr>
            <p:ph idx="9" type="body"/>
          </p:nvPr>
        </p:nvSpPr>
        <p:spPr>
          <a:xfrm>
            <a:off x="4762500" y="2095502"/>
            <a:ext cx="1270000" cy="698498"/>
          </a:xfrm>
          <a:prstGeom prst="rect">
            <a:avLst/>
          </a:prstGeom>
          <a:noFill/>
          <a:ln>
            <a:noFill/>
          </a:ln>
        </p:spPr>
        <p:txBody>
          <a:bodyPr anchorCtr="0" anchor="b" bIns="144000" lIns="0" spcFirstLastPara="1" rIns="0" wrap="square" tIns="0">
            <a:normAutofit/>
          </a:bodyPr>
          <a:lstStyle>
            <a:lvl1pPr indent="-228600" lvl="0" marL="457200" algn="l">
              <a:lnSpc>
                <a:spcPct val="90000"/>
              </a:lnSpc>
              <a:spcBef>
                <a:spcPts val="1000"/>
              </a:spcBef>
              <a:spcAft>
                <a:spcPts val="0"/>
              </a:spcAft>
              <a:buSzPts val="2400"/>
              <a:buNone/>
              <a:defRPr>
                <a:solidFill>
                  <a:schemeClr val="dk2"/>
                </a:solidFil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78" name="Google Shape;478;p42"/>
          <p:cNvSpPr txBox="1"/>
          <p:nvPr>
            <p:ph idx="13" type="body"/>
          </p:nvPr>
        </p:nvSpPr>
        <p:spPr>
          <a:xfrm>
            <a:off x="4762500" y="2794002"/>
            <a:ext cx="1270000" cy="698498"/>
          </a:xfrm>
          <a:prstGeom prst="rect">
            <a:avLst/>
          </a:prstGeom>
          <a:noFill/>
          <a:ln>
            <a:noFill/>
          </a:ln>
        </p:spPr>
        <p:txBody>
          <a:bodyPr anchorCtr="0" anchor="b" bIns="144000" lIns="0" spcFirstLastPara="1" rIns="0" wrap="square" tIns="0">
            <a:normAutofit/>
          </a:bodyPr>
          <a:lstStyle>
            <a:lvl1pPr indent="-228600" lvl="0" marL="457200" algn="l">
              <a:lnSpc>
                <a:spcPct val="90000"/>
              </a:lnSpc>
              <a:spcBef>
                <a:spcPts val="1000"/>
              </a:spcBef>
              <a:spcAft>
                <a:spcPts val="0"/>
              </a:spcAft>
              <a:buSzPts val="2400"/>
              <a:buNone/>
              <a:defRPr>
                <a:solidFill>
                  <a:schemeClr val="dk2"/>
                </a:solidFil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79" name="Google Shape;479;p42"/>
          <p:cNvSpPr txBox="1"/>
          <p:nvPr>
            <p:ph idx="14" type="body"/>
          </p:nvPr>
        </p:nvSpPr>
        <p:spPr>
          <a:xfrm>
            <a:off x="4762500" y="3492502"/>
            <a:ext cx="1270000" cy="698498"/>
          </a:xfrm>
          <a:prstGeom prst="rect">
            <a:avLst/>
          </a:prstGeom>
          <a:noFill/>
          <a:ln>
            <a:noFill/>
          </a:ln>
        </p:spPr>
        <p:txBody>
          <a:bodyPr anchorCtr="0" anchor="b" bIns="144000" lIns="0" spcFirstLastPara="1" rIns="0" wrap="square" tIns="0">
            <a:normAutofit/>
          </a:bodyPr>
          <a:lstStyle>
            <a:lvl1pPr indent="-228600" lvl="0" marL="457200" algn="l">
              <a:lnSpc>
                <a:spcPct val="90000"/>
              </a:lnSpc>
              <a:spcBef>
                <a:spcPts val="1000"/>
              </a:spcBef>
              <a:spcAft>
                <a:spcPts val="0"/>
              </a:spcAft>
              <a:buSzPts val="2400"/>
              <a:buNone/>
              <a:defRPr>
                <a:solidFill>
                  <a:schemeClr val="dk2"/>
                </a:solidFil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80" name="Google Shape;480;p42"/>
          <p:cNvSpPr txBox="1"/>
          <p:nvPr>
            <p:ph idx="15" type="body"/>
          </p:nvPr>
        </p:nvSpPr>
        <p:spPr>
          <a:xfrm>
            <a:off x="4762500" y="4191000"/>
            <a:ext cx="1270000" cy="698499"/>
          </a:xfrm>
          <a:prstGeom prst="rect">
            <a:avLst/>
          </a:prstGeom>
          <a:noFill/>
          <a:ln>
            <a:noFill/>
          </a:ln>
        </p:spPr>
        <p:txBody>
          <a:bodyPr anchorCtr="0" anchor="b" bIns="144000" lIns="0" spcFirstLastPara="1" rIns="0" wrap="square" tIns="0">
            <a:normAutofit/>
          </a:bodyPr>
          <a:lstStyle>
            <a:lvl1pPr indent="-228600" lvl="0" marL="457200" algn="l">
              <a:lnSpc>
                <a:spcPct val="90000"/>
              </a:lnSpc>
              <a:spcBef>
                <a:spcPts val="1000"/>
              </a:spcBef>
              <a:spcAft>
                <a:spcPts val="0"/>
              </a:spcAft>
              <a:buSzPts val="2400"/>
              <a:buNone/>
              <a:defRPr>
                <a:solidFill>
                  <a:schemeClr val="dk2"/>
                </a:solidFil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81" name="Google Shape;481;p42"/>
          <p:cNvSpPr txBox="1"/>
          <p:nvPr>
            <p:ph idx="16" type="body"/>
          </p:nvPr>
        </p:nvSpPr>
        <p:spPr>
          <a:xfrm>
            <a:off x="4762500" y="4889500"/>
            <a:ext cx="1270000" cy="698501"/>
          </a:xfrm>
          <a:prstGeom prst="rect">
            <a:avLst/>
          </a:prstGeom>
          <a:noFill/>
          <a:ln>
            <a:noFill/>
          </a:ln>
        </p:spPr>
        <p:txBody>
          <a:bodyPr anchorCtr="0" anchor="b" bIns="144000" lIns="0" spcFirstLastPara="1" rIns="0" wrap="square" tIns="0">
            <a:normAutofit/>
          </a:bodyPr>
          <a:lstStyle>
            <a:lvl1pPr indent="-228600" lvl="0" marL="457200" algn="l">
              <a:lnSpc>
                <a:spcPct val="90000"/>
              </a:lnSpc>
              <a:spcBef>
                <a:spcPts val="1000"/>
              </a:spcBef>
              <a:spcAft>
                <a:spcPts val="0"/>
              </a:spcAft>
              <a:buSzPts val="2400"/>
              <a:buNone/>
              <a:defRPr>
                <a:solidFill>
                  <a:schemeClr val="dk2"/>
                </a:solidFil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482" name="Google Shape;482;p42"/>
          <p:cNvSpPr txBox="1"/>
          <p:nvPr>
            <p:ph idx="17" type="body"/>
          </p:nvPr>
        </p:nvSpPr>
        <p:spPr>
          <a:xfrm>
            <a:off x="4762500" y="5588001"/>
            <a:ext cx="1270000" cy="698499"/>
          </a:xfrm>
          <a:prstGeom prst="rect">
            <a:avLst/>
          </a:prstGeom>
          <a:noFill/>
          <a:ln>
            <a:noFill/>
          </a:ln>
        </p:spPr>
        <p:txBody>
          <a:bodyPr anchorCtr="0" anchor="b" bIns="144000" lIns="0" spcFirstLastPara="1" rIns="0" wrap="square" tIns="0">
            <a:normAutofit/>
          </a:bodyPr>
          <a:lstStyle>
            <a:lvl1pPr indent="-228600" lvl="0" marL="457200" algn="l">
              <a:lnSpc>
                <a:spcPct val="90000"/>
              </a:lnSpc>
              <a:spcBef>
                <a:spcPts val="1000"/>
              </a:spcBef>
              <a:spcAft>
                <a:spcPts val="0"/>
              </a:spcAft>
              <a:buSzPts val="2400"/>
              <a:buNone/>
              <a:defRPr>
                <a:solidFill>
                  <a:schemeClr val="dk2"/>
                </a:solidFil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250"/>
                                        <p:tgtEl>
                                          <p:spTgt spid="462"/>
                                        </p:tgtEl>
                                      </p:cBhvr>
                                    </p:animEffect>
                                  </p:childTnLst>
                                </p:cTn>
                              </p:par>
                              <p:par>
                                <p:cTn fill="hold" nodeType="withEffect" presetClass="entr" presetID="10" presetSubtype="0">
                                  <p:stCondLst>
                                    <p:cond delay="100"/>
                                  </p:stCondLst>
                                  <p:childTnLst>
                                    <p:set>
                                      <p:cBhvr>
                                        <p:cTn dur="1" fill="hold">
                                          <p:stCondLst>
                                            <p:cond delay="0"/>
                                          </p:stCondLst>
                                        </p:cTn>
                                        <p:tgtEl>
                                          <p:spTgt spid="463"/>
                                        </p:tgtEl>
                                        <p:attrNameLst>
                                          <p:attrName>style.visibility</p:attrName>
                                        </p:attrNameLst>
                                      </p:cBhvr>
                                      <p:to>
                                        <p:strVal val="visible"/>
                                      </p:to>
                                    </p:set>
                                    <p:animEffect filter="fade" transition="in">
                                      <p:cBhvr>
                                        <p:cTn dur="250"/>
                                        <p:tgtEl>
                                          <p:spTgt spid="463"/>
                                        </p:tgtEl>
                                      </p:cBhvr>
                                    </p:animEffect>
                                  </p:childTnLst>
                                </p:cTn>
                              </p:par>
                            </p:childTnLst>
                          </p:cTn>
                        </p:par>
                        <p:par>
                          <p:cTn fill="hold">
                            <p:stCondLst>
                              <p:cond delay="250"/>
                            </p:stCondLst>
                            <p:childTnLst>
                              <p:par>
                                <p:cTn fill="hold" nodeType="afterEffect" presetClass="entr" presetID="10" presetSubtype="0">
                                  <p:stCondLst>
                                    <p:cond delay="100"/>
                                  </p:stCondLst>
                                  <p:childTnLst>
                                    <p:set>
                                      <p:cBhvr>
                                        <p:cTn dur="1" fill="hold">
                                          <p:stCondLst>
                                            <p:cond delay="0"/>
                                          </p:stCondLst>
                                        </p:cTn>
                                        <p:tgtEl>
                                          <p:spTgt spid="464"/>
                                        </p:tgtEl>
                                        <p:attrNameLst>
                                          <p:attrName>style.visibility</p:attrName>
                                        </p:attrNameLst>
                                      </p:cBhvr>
                                      <p:to>
                                        <p:strVal val="visible"/>
                                      </p:to>
                                    </p:set>
                                    <p:animEffect filter="fade" transition="in">
                                      <p:cBhvr>
                                        <p:cTn dur="250"/>
                                        <p:tgtEl>
                                          <p:spTgt spid="464"/>
                                        </p:tgtEl>
                                      </p:cBhvr>
                                    </p:animEffect>
                                  </p:childTnLst>
                                </p:cTn>
                              </p:par>
                            </p:childTnLst>
                          </p:cTn>
                        </p:par>
                        <p:par>
                          <p:cTn fill="hold">
                            <p:stCondLst>
                              <p:cond delay="500"/>
                            </p:stCondLst>
                            <p:childTnLst>
                              <p:par>
                                <p:cTn fill="hold" nodeType="afterEffect" presetClass="entr" presetID="10" presetSubtype="0">
                                  <p:stCondLst>
                                    <p:cond delay="100"/>
                                  </p:stCondLst>
                                  <p:childTnLst>
                                    <p:set>
                                      <p:cBhvr>
                                        <p:cTn dur="1" fill="hold">
                                          <p:stCondLst>
                                            <p:cond delay="0"/>
                                          </p:stCondLst>
                                        </p:cTn>
                                        <p:tgtEl>
                                          <p:spTgt spid="465"/>
                                        </p:tgtEl>
                                        <p:attrNameLst>
                                          <p:attrName>style.visibility</p:attrName>
                                        </p:attrNameLst>
                                      </p:cBhvr>
                                      <p:to>
                                        <p:strVal val="visible"/>
                                      </p:to>
                                    </p:set>
                                    <p:animEffect filter="fade" transition="in">
                                      <p:cBhvr>
                                        <p:cTn dur="250"/>
                                        <p:tgtEl>
                                          <p:spTgt spid="465"/>
                                        </p:tgtEl>
                                      </p:cBhvr>
                                    </p:animEffect>
                                  </p:childTnLst>
                                </p:cTn>
                              </p:par>
                            </p:childTnLst>
                          </p:cTn>
                        </p:par>
                        <p:par>
                          <p:cTn fill="hold">
                            <p:stCondLst>
                              <p:cond delay="750"/>
                            </p:stCondLst>
                            <p:childTnLst>
                              <p:par>
                                <p:cTn fill="hold" nodeType="afterEffect" presetClass="entr" presetID="10" presetSubtype="0">
                                  <p:stCondLst>
                                    <p:cond delay="100"/>
                                  </p:stCondLst>
                                  <p:childTnLst>
                                    <p:set>
                                      <p:cBhvr>
                                        <p:cTn dur="1" fill="hold">
                                          <p:stCondLst>
                                            <p:cond delay="0"/>
                                          </p:stCondLst>
                                        </p:cTn>
                                        <p:tgtEl>
                                          <p:spTgt spid="466"/>
                                        </p:tgtEl>
                                        <p:attrNameLst>
                                          <p:attrName>style.visibility</p:attrName>
                                        </p:attrNameLst>
                                      </p:cBhvr>
                                      <p:to>
                                        <p:strVal val="visible"/>
                                      </p:to>
                                    </p:set>
                                    <p:animEffect filter="fade" transition="in">
                                      <p:cBhvr>
                                        <p:cTn dur="250"/>
                                        <p:tgtEl>
                                          <p:spTgt spid="466"/>
                                        </p:tgtEl>
                                      </p:cBhvr>
                                    </p:animEffect>
                                  </p:childTnLst>
                                </p:cTn>
                              </p:par>
                            </p:childTnLst>
                          </p:cTn>
                        </p:par>
                        <p:par>
                          <p:cTn fill="hold">
                            <p:stCondLst>
                              <p:cond delay="1000"/>
                            </p:stCondLst>
                            <p:childTnLst>
                              <p:par>
                                <p:cTn fill="hold" nodeType="afterEffect" presetClass="entr" presetID="10" presetSubtype="0">
                                  <p:stCondLst>
                                    <p:cond delay="100"/>
                                  </p:stCondLst>
                                  <p:childTnLst>
                                    <p:set>
                                      <p:cBhvr>
                                        <p:cTn dur="1" fill="hold">
                                          <p:stCondLst>
                                            <p:cond delay="0"/>
                                          </p:stCondLst>
                                        </p:cTn>
                                        <p:tgtEl>
                                          <p:spTgt spid="469"/>
                                        </p:tgtEl>
                                        <p:attrNameLst>
                                          <p:attrName>style.visibility</p:attrName>
                                        </p:attrNameLst>
                                      </p:cBhvr>
                                      <p:to>
                                        <p:strVal val="visible"/>
                                      </p:to>
                                    </p:set>
                                    <p:animEffect filter="fade" transition="in">
                                      <p:cBhvr>
                                        <p:cTn dur="250"/>
                                        <p:tgtEl>
                                          <p:spTgt spid="469"/>
                                        </p:tgtEl>
                                      </p:cBhvr>
                                    </p:animEffect>
                                  </p:childTnLst>
                                </p:cTn>
                              </p:par>
                            </p:childTnLst>
                          </p:cTn>
                        </p:par>
                        <p:par>
                          <p:cTn fill="hold">
                            <p:stCondLst>
                              <p:cond delay="1250"/>
                            </p:stCondLst>
                            <p:childTnLst>
                              <p:par>
                                <p:cTn fill="hold" nodeType="afterEffect" presetClass="entr" presetID="10" presetSubtype="0">
                                  <p:stCondLst>
                                    <p:cond delay="100"/>
                                  </p:stCondLst>
                                  <p:childTnLst>
                                    <p:set>
                                      <p:cBhvr>
                                        <p:cTn dur="1" fill="hold">
                                          <p:stCondLst>
                                            <p:cond delay="0"/>
                                          </p:stCondLst>
                                        </p:cTn>
                                        <p:tgtEl>
                                          <p:spTgt spid="470"/>
                                        </p:tgtEl>
                                        <p:attrNameLst>
                                          <p:attrName>style.visibility</p:attrName>
                                        </p:attrNameLst>
                                      </p:cBhvr>
                                      <p:to>
                                        <p:strVal val="visible"/>
                                      </p:to>
                                    </p:set>
                                    <p:animEffect filter="fade" transition="in">
                                      <p:cBhvr>
                                        <p:cTn dur="250"/>
                                        <p:tgtEl>
                                          <p:spTgt spid="470"/>
                                        </p:tgtEl>
                                      </p:cBhvr>
                                    </p:animEffect>
                                  </p:childTnLst>
                                </p:cTn>
                              </p:par>
                            </p:childTnLst>
                          </p:cTn>
                        </p:par>
                        <p:par>
                          <p:cTn fill="hold">
                            <p:stCondLst>
                              <p:cond delay="1500"/>
                            </p:stCondLst>
                            <p:childTnLst>
                              <p:par>
                                <p:cTn fill="hold" nodeType="afterEffect" presetClass="entr" presetID="10" presetSubtype="0">
                                  <p:stCondLst>
                                    <p:cond delay="100"/>
                                  </p:stCondLst>
                                  <p:childTnLst>
                                    <p:set>
                                      <p:cBhvr>
                                        <p:cTn dur="1" fill="hold">
                                          <p:stCondLst>
                                            <p:cond delay="0"/>
                                          </p:stCondLst>
                                        </p:cTn>
                                        <p:tgtEl>
                                          <p:spTgt spid="471"/>
                                        </p:tgtEl>
                                        <p:attrNameLst>
                                          <p:attrName>style.visibility</p:attrName>
                                        </p:attrNameLst>
                                      </p:cBhvr>
                                      <p:to>
                                        <p:strVal val="visible"/>
                                      </p:to>
                                    </p:set>
                                    <p:animEffect filter="fade" transition="in">
                                      <p:cBhvr>
                                        <p:cTn dur="250"/>
                                        <p:tgtEl>
                                          <p:spTgt spid="471"/>
                                        </p:tgtEl>
                                      </p:cBhvr>
                                    </p:animEffect>
                                  </p:childTnLst>
                                </p:cTn>
                              </p:par>
                            </p:childTnLst>
                          </p:cTn>
                        </p:par>
                        <p:par>
                          <p:cTn fill="hold">
                            <p:stCondLst>
                              <p:cond delay="1750"/>
                            </p:stCondLst>
                            <p:childTnLst>
                              <p:par>
                                <p:cTn fill="hold" nodeType="afterEffect" presetClass="entr" presetID="10" presetSubtype="0">
                                  <p:stCondLst>
                                    <p:cond delay="100"/>
                                  </p:stCondLst>
                                  <p:childTnLst>
                                    <p:set>
                                      <p:cBhvr>
                                        <p:cTn dur="1" fill="hold">
                                          <p:stCondLst>
                                            <p:cond delay="0"/>
                                          </p:stCondLst>
                                        </p:cTn>
                                        <p:tgtEl>
                                          <p:spTgt spid="472"/>
                                        </p:tgtEl>
                                        <p:attrNameLst>
                                          <p:attrName>style.visibility</p:attrName>
                                        </p:attrNameLst>
                                      </p:cBhvr>
                                      <p:to>
                                        <p:strVal val="visible"/>
                                      </p:to>
                                    </p:set>
                                    <p:animEffect filter="fade" transition="in">
                                      <p:cBhvr>
                                        <p:cTn dur="250"/>
                                        <p:tgtEl>
                                          <p:spTgt spid="472"/>
                                        </p:tgtEl>
                                      </p:cBhvr>
                                    </p:animEffect>
                                  </p:childTnLst>
                                </p:cTn>
                              </p:par>
                            </p:childTnLst>
                          </p:cTn>
                        </p:par>
                        <p:par>
                          <p:cTn fill="hold">
                            <p:stCondLst>
                              <p:cond delay="2000"/>
                            </p:stCondLst>
                            <p:childTnLst>
                              <p:par>
                                <p:cTn fill="hold" nodeType="afterEffect" presetClass="entr" presetID="10" presetSubtype="0">
                                  <p:stCondLst>
                                    <p:cond delay="100"/>
                                  </p:stCondLst>
                                  <p:childTnLst>
                                    <p:set>
                                      <p:cBhvr>
                                        <p:cTn dur="1" fill="hold">
                                          <p:stCondLst>
                                            <p:cond delay="0"/>
                                          </p:stCondLst>
                                        </p:cTn>
                                        <p:tgtEl>
                                          <p:spTgt spid="473"/>
                                        </p:tgtEl>
                                        <p:attrNameLst>
                                          <p:attrName>style.visibility</p:attrName>
                                        </p:attrNameLst>
                                      </p:cBhvr>
                                      <p:to>
                                        <p:strVal val="visible"/>
                                      </p:to>
                                    </p:set>
                                    <p:animEffect filter="fade" transition="in">
                                      <p:cBhvr>
                                        <p:cTn dur="250"/>
                                        <p:tgtEl>
                                          <p:spTgt spid="473"/>
                                        </p:tgtEl>
                                      </p:cBhvr>
                                    </p:animEffect>
                                  </p:childTnLst>
                                </p:cTn>
                              </p:par>
                            </p:childTnLst>
                          </p:cTn>
                        </p:par>
                        <p:par>
                          <p:cTn fill="hold">
                            <p:stCondLst>
                              <p:cond delay="2250"/>
                            </p:stCondLst>
                            <p:childTnLst>
                              <p:par>
                                <p:cTn fill="hold" nodeType="afterEffect" presetClass="entr" presetID="10" presetSubtype="0">
                                  <p:stCondLst>
                                    <p:cond delay="100"/>
                                  </p:stCondLst>
                                  <p:childTnLst>
                                    <p:set>
                                      <p:cBhvr>
                                        <p:cTn dur="1" fill="hold">
                                          <p:stCondLst>
                                            <p:cond delay="0"/>
                                          </p:stCondLst>
                                        </p:cTn>
                                        <p:tgtEl>
                                          <p:spTgt spid="474"/>
                                        </p:tgtEl>
                                        <p:attrNameLst>
                                          <p:attrName>style.visibility</p:attrName>
                                        </p:attrNameLst>
                                      </p:cBhvr>
                                      <p:to>
                                        <p:strVal val="visible"/>
                                      </p:to>
                                    </p:set>
                                    <p:animEffect filter="fade" transition="in">
                                      <p:cBhvr>
                                        <p:cTn dur="250"/>
                                        <p:tgtEl>
                                          <p:spTgt spid="474"/>
                                        </p:tgtEl>
                                      </p:cBhvr>
                                    </p:animEffect>
                                  </p:childTnLst>
                                </p:cTn>
                              </p:par>
                            </p:childTnLst>
                          </p:cTn>
                        </p:par>
                        <p:par>
                          <p:cTn fill="hold">
                            <p:stCondLst>
                              <p:cond delay="2500"/>
                            </p:stCondLst>
                            <p:childTnLst>
                              <p:par>
                                <p:cTn fill="hold" nodeType="afterEffect" presetClass="entr" presetID="10" presetSubtype="0">
                                  <p:stCondLst>
                                    <p:cond delay="100"/>
                                  </p:stCondLst>
                                  <p:childTnLst>
                                    <p:set>
                                      <p:cBhvr>
                                        <p:cTn dur="1" fill="hold">
                                          <p:stCondLst>
                                            <p:cond delay="0"/>
                                          </p:stCondLst>
                                        </p:cTn>
                                        <p:tgtEl>
                                          <p:spTgt spid="475"/>
                                        </p:tgtEl>
                                        <p:attrNameLst>
                                          <p:attrName>style.visibility</p:attrName>
                                        </p:attrNameLst>
                                      </p:cBhvr>
                                      <p:to>
                                        <p:strVal val="visible"/>
                                      </p:to>
                                    </p:set>
                                    <p:animEffect filter="fade" transition="in">
                                      <p:cBhvr>
                                        <p:cTn dur="250"/>
                                        <p:tgtEl>
                                          <p:spTgt spid="475"/>
                                        </p:tgtEl>
                                      </p:cBhvr>
                                    </p:animEffect>
                                  </p:childTnLst>
                                </p:cTn>
                              </p:par>
                            </p:childTnLst>
                          </p:cTn>
                        </p:par>
                        <p:par>
                          <p:cTn fill="hold">
                            <p:stCondLst>
                              <p:cond delay="2750"/>
                            </p:stCondLst>
                            <p:childTnLst>
                              <p:par>
                                <p:cTn fill="hold" nodeType="afterEffect" presetClass="entr" presetID="10" presetSubtype="0">
                                  <p:stCondLst>
                                    <p:cond delay="100"/>
                                  </p:stCondLst>
                                  <p:childTnLst>
                                    <p:set>
                                      <p:cBhvr>
                                        <p:cTn dur="1" fill="hold">
                                          <p:stCondLst>
                                            <p:cond delay="0"/>
                                          </p:stCondLst>
                                        </p:cTn>
                                        <p:tgtEl>
                                          <p:spTgt spid="476"/>
                                        </p:tgtEl>
                                        <p:attrNameLst>
                                          <p:attrName>style.visibility</p:attrName>
                                        </p:attrNameLst>
                                      </p:cBhvr>
                                      <p:to>
                                        <p:strVal val="visible"/>
                                      </p:to>
                                    </p:set>
                                    <p:animEffect filter="fade" transition="in">
                                      <p:cBhvr>
                                        <p:cTn dur="250"/>
                                        <p:tgtEl>
                                          <p:spTgt spid="476"/>
                                        </p:tgtEl>
                                      </p:cBhvr>
                                    </p:animEffect>
                                  </p:childTnLst>
                                </p:cTn>
                              </p:par>
                            </p:childTnLst>
                          </p:cTn>
                        </p:par>
                        <p:par>
                          <p:cTn fill="hold">
                            <p:stCondLst>
                              <p:cond delay="3000"/>
                            </p:stCondLst>
                            <p:childTnLst>
                              <p:par>
                                <p:cTn fill="hold" nodeType="afterEffect" presetClass="entr" presetID="10" presetSubtype="0">
                                  <p:stCondLst>
                                    <p:cond delay="100"/>
                                  </p:stCondLst>
                                  <p:childTnLst>
                                    <p:set>
                                      <p:cBhvr>
                                        <p:cTn dur="1" fill="hold">
                                          <p:stCondLst>
                                            <p:cond delay="0"/>
                                          </p:stCondLst>
                                        </p:cTn>
                                        <p:tgtEl>
                                          <p:spTgt spid="477"/>
                                        </p:tgtEl>
                                        <p:attrNameLst>
                                          <p:attrName>style.visibility</p:attrName>
                                        </p:attrNameLst>
                                      </p:cBhvr>
                                      <p:to>
                                        <p:strVal val="visible"/>
                                      </p:to>
                                    </p:set>
                                    <p:animEffect filter="fade" transition="in">
                                      <p:cBhvr>
                                        <p:cTn dur="250"/>
                                        <p:tgtEl>
                                          <p:spTgt spid="477"/>
                                        </p:tgtEl>
                                      </p:cBhvr>
                                    </p:animEffect>
                                  </p:childTnLst>
                                </p:cTn>
                              </p:par>
                            </p:childTnLst>
                          </p:cTn>
                        </p:par>
                        <p:par>
                          <p:cTn fill="hold">
                            <p:stCondLst>
                              <p:cond delay="3250"/>
                            </p:stCondLst>
                            <p:childTnLst>
                              <p:par>
                                <p:cTn fill="hold" nodeType="afterEffect" presetClass="entr" presetID="10" presetSubtype="0">
                                  <p:stCondLst>
                                    <p:cond delay="100"/>
                                  </p:stCondLst>
                                  <p:childTnLst>
                                    <p:set>
                                      <p:cBhvr>
                                        <p:cTn dur="1" fill="hold">
                                          <p:stCondLst>
                                            <p:cond delay="0"/>
                                          </p:stCondLst>
                                        </p:cTn>
                                        <p:tgtEl>
                                          <p:spTgt spid="478"/>
                                        </p:tgtEl>
                                        <p:attrNameLst>
                                          <p:attrName>style.visibility</p:attrName>
                                        </p:attrNameLst>
                                      </p:cBhvr>
                                      <p:to>
                                        <p:strVal val="visible"/>
                                      </p:to>
                                    </p:set>
                                    <p:animEffect filter="fade" transition="in">
                                      <p:cBhvr>
                                        <p:cTn dur="250"/>
                                        <p:tgtEl>
                                          <p:spTgt spid="478"/>
                                        </p:tgtEl>
                                      </p:cBhvr>
                                    </p:animEffect>
                                  </p:childTnLst>
                                </p:cTn>
                              </p:par>
                            </p:childTnLst>
                          </p:cTn>
                        </p:par>
                        <p:par>
                          <p:cTn fill="hold">
                            <p:stCondLst>
                              <p:cond delay="3500"/>
                            </p:stCondLst>
                            <p:childTnLst>
                              <p:par>
                                <p:cTn fill="hold" nodeType="afterEffect" presetClass="entr" presetID="10" presetSubtype="0">
                                  <p:stCondLst>
                                    <p:cond delay="100"/>
                                  </p:stCondLst>
                                  <p:childTnLst>
                                    <p:set>
                                      <p:cBhvr>
                                        <p:cTn dur="1" fill="hold">
                                          <p:stCondLst>
                                            <p:cond delay="0"/>
                                          </p:stCondLst>
                                        </p:cTn>
                                        <p:tgtEl>
                                          <p:spTgt spid="479"/>
                                        </p:tgtEl>
                                        <p:attrNameLst>
                                          <p:attrName>style.visibility</p:attrName>
                                        </p:attrNameLst>
                                      </p:cBhvr>
                                      <p:to>
                                        <p:strVal val="visible"/>
                                      </p:to>
                                    </p:set>
                                    <p:animEffect filter="fade" transition="in">
                                      <p:cBhvr>
                                        <p:cTn dur="250"/>
                                        <p:tgtEl>
                                          <p:spTgt spid="479"/>
                                        </p:tgtEl>
                                      </p:cBhvr>
                                    </p:animEffect>
                                  </p:childTnLst>
                                </p:cTn>
                              </p:par>
                            </p:childTnLst>
                          </p:cTn>
                        </p:par>
                        <p:par>
                          <p:cTn fill="hold">
                            <p:stCondLst>
                              <p:cond delay="3750"/>
                            </p:stCondLst>
                            <p:childTnLst>
                              <p:par>
                                <p:cTn fill="hold" nodeType="afterEffect" presetClass="entr" presetID="10" presetSubtype="0">
                                  <p:stCondLst>
                                    <p:cond delay="100"/>
                                  </p:stCondLst>
                                  <p:childTnLst>
                                    <p:set>
                                      <p:cBhvr>
                                        <p:cTn dur="1" fill="hold">
                                          <p:stCondLst>
                                            <p:cond delay="0"/>
                                          </p:stCondLst>
                                        </p:cTn>
                                        <p:tgtEl>
                                          <p:spTgt spid="480"/>
                                        </p:tgtEl>
                                        <p:attrNameLst>
                                          <p:attrName>style.visibility</p:attrName>
                                        </p:attrNameLst>
                                      </p:cBhvr>
                                      <p:to>
                                        <p:strVal val="visible"/>
                                      </p:to>
                                    </p:set>
                                    <p:animEffect filter="fade" transition="in">
                                      <p:cBhvr>
                                        <p:cTn dur="250"/>
                                        <p:tgtEl>
                                          <p:spTgt spid="480"/>
                                        </p:tgtEl>
                                      </p:cBhvr>
                                    </p:animEffect>
                                  </p:childTnLst>
                                </p:cTn>
                              </p:par>
                            </p:childTnLst>
                          </p:cTn>
                        </p:par>
                        <p:par>
                          <p:cTn fill="hold">
                            <p:stCondLst>
                              <p:cond delay="4000"/>
                            </p:stCondLst>
                            <p:childTnLst>
                              <p:par>
                                <p:cTn fill="hold" nodeType="afterEffect" presetClass="entr" presetID="10" presetSubtype="0">
                                  <p:stCondLst>
                                    <p:cond delay="100"/>
                                  </p:stCondLst>
                                  <p:childTnLst>
                                    <p:set>
                                      <p:cBhvr>
                                        <p:cTn dur="1" fill="hold">
                                          <p:stCondLst>
                                            <p:cond delay="0"/>
                                          </p:stCondLst>
                                        </p:cTn>
                                        <p:tgtEl>
                                          <p:spTgt spid="481"/>
                                        </p:tgtEl>
                                        <p:attrNameLst>
                                          <p:attrName>style.visibility</p:attrName>
                                        </p:attrNameLst>
                                      </p:cBhvr>
                                      <p:to>
                                        <p:strVal val="visible"/>
                                      </p:to>
                                    </p:set>
                                    <p:animEffect filter="fade" transition="in">
                                      <p:cBhvr>
                                        <p:cTn dur="250"/>
                                        <p:tgtEl>
                                          <p:spTgt spid="481"/>
                                        </p:tgtEl>
                                      </p:cBhvr>
                                    </p:animEffect>
                                  </p:childTnLst>
                                </p:cTn>
                              </p:par>
                            </p:childTnLst>
                          </p:cTn>
                        </p:par>
                        <p:par>
                          <p:cTn fill="hold">
                            <p:stCondLst>
                              <p:cond delay="4250"/>
                            </p:stCondLst>
                            <p:childTnLst>
                              <p:par>
                                <p:cTn fill="hold" nodeType="afterEffect" presetClass="entr" presetID="10" presetSubtype="0">
                                  <p:stCondLst>
                                    <p:cond delay="100"/>
                                  </p:stCondLst>
                                  <p:childTnLst>
                                    <p:set>
                                      <p:cBhvr>
                                        <p:cTn dur="1" fill="hold">
                                          <p:stCondLst>
                                            <p:cond delay="0"/>
                                          </p:stCondLst>
                                        </p:cTn>
                                        <p:tgtEl>
                                          <p:spTgt spid="482"/>
                                        </p:tgtEl>
                                        <p:attrNameLst>
                                          <p:attrName>style.visibility</p:attrName>
                                        </p:attrNameLst>
                                      </p:cBhvr>
                                      <p:to>
                                        <p:strVal val="visible"/>
                                      </p:to>
                                    </p:set>
                                    <p:animEffect filter="fade" transition="in">
                                      <p:cBhvr>
                                        <p:cTn dur="250"/>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dk2"/>
            </a:gs>
          </a:gsLst>
          <a:lin ang="5400000" scaled="0"/>
        </a:gradFill>
      </p:bgPr>
    </p:bg>
    <p:spTree>
      <p:nvGrpSpPr>
        <p:cNvPr id="483" name="Shape 483"/>
        <p:cNvGrpSpPr/>
        <p:nvPr/>
      </p:nvGrpSpPr>
      <p:grpSpPr>
        <a:xfrm>
          <a:off x="0" y="0"/>
          <a:ext cx="0" cy="0"/>
          <a:chOff x="0" y="0"/>
          <a:chExt cx="0" cy="0"/>
        </a:xfrm>
      </p:grpSpPr>
      <p:pic>
        <p:nvPicPr>
          <p:cNvPr descr="Background pattern&#10;&#10;Description automatically generated" id="484" name="Google Shape;484;p43"/>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485" name="Google Shape;485;p43"/>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6" name="Google Shape;486;p43"/>
          <p:cNvSpPr txBox="1"/>
          <p:nvPr>
            <p:ph idx="11" type="ftr"/>
          </p:nvPr>
        </p:nvSpPr>
        <p:spPr>
          <a:xfrm>
            <a:off x="6159500" y="6477000"/>
            <a:ext cx="4064000" cy="24447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7" name="Google Shape;487;p43"/>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43"/>
          <p:cNvSpPr/>
          <p:nvPr/>
        </p:nvSpPr>
        <p:spPr>
          <a:xfrm>
            <a:off x="1143000" y="571500"/>
            <a:ext cx="127000" cy="1270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89" name="Google Shape;489;p43"/>
          <p:cNvSpPr/>
          <p:nvPr/>
        </p:nvSpPr>
        <p:spPr>
          <a:xfrm>
            <a:off x="1143000" y="6159500"/>
            <a:ext cx="127000" cy="1270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cxnSp>
        <p:nvCxnSpPr>
          <p:cNvPr id="490" name="Google Shape;490;p43"/>
          <p:cNvCxnSpPr>
            <a:stCxn id="488" idx="4"/>
            <a:endCxn id="489" idx="0"/>
          </p:cNvCxnSpPr>
          <p:nvPr/>
        </p:nvCxnSpPr>
        <p:spPr>
          <a:xfrm>
            <a:off x="1206500" y="698500"/>
            <a:ext cx="0" cy="5460900"/>
          </a:xfrm>
          <a:prstGeom prst="straightConnector1">
            <a:avLst/>
          </a:prstGeom>
          <a:noFill/>
          <a:ln cap="flat" cmpd="sng" w="19050">
            <a:solidFill>
              <a:schemeClr val="lt1"/>
            </a:solidFill>
            <a:prstDash val="solid"/>
            <a:miter lim="8000"/>
            <a:headEnd len="sm" w="sm" type="none"/>
            <a:tailEnd len="sm" w="sm" type="none"/>
          </a:ln>
        </p:spPr>
      </p:cxnSp>
      <p:sp>
        <p:nvSpPr>
          <p:cNvPr id="491" name="Google Shape;491;p43"/>
          <p:cNvSpPr txBox="1"/>
          <p:nvPr>
            <p:ph type="title"/>
          </p:nvPr>
        </p:nvSpPr>
        <p:spPr>
          <a:xfrm>
            <a:off x="1968500" y="2222500"/>
            <a:ext cx="9652000" cy="2666999"/>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7200"/>
              <a:buFont typeface="Arial"/>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2" name="Google Shape;492;p43"/>
          <p:cNvSpPr txBox="1"/>
          <p:nvPr>
            <p:ph idx="1" type="body"/>
          </p:nvPr>
        </p:nvSpPr>
        <p:spPr>
          <a:xfrm>
            <a:off x="1968500" y="5016500"/>
            <a:ext cx="9652000" cy="1142999"/>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1000"/>
              </a:spcBef>
              <a:spcAft>
                <a:spcPts val="0"/>
              </a:spcAft>
              <a:buSzPts val="2880"/>
              <a:buNone/>
              <a:defRPr sz="2400">
                <a:solidFill>
                  <a:schemeClr val="lt1"/>
                </a:solidFill>
              </a:defRPr>
            </a:lvl1pPr>
            <a:lvl2pPr indent="-228600" lvl="1" marL="914400" algn="l">
              <a:lnSpc>
                <a:spcPct val="90000"/>
              </a:lnSpc>
              <a:spcBef>
                <a:spcPts val="1000"/>
              </a:spcBef>
              <a:spcAft>
                <a:spcPts val="0"/>
              </a:spcAft>
              <a:buSzPts val="2400"/>
              <a:buNone/>
              <a:defRPr sz="2000">
                <a:solidFill>
                  <a:schemeClr val="lt1"/>
                </a:solidFill>
              </a:defRPr>
            </a:lvl2pPr>
            <a:lvl3pPr indent="-228600" lvl="2" marL="1371600" algn="l">
              <a:lnSpc>
                <a:spcPct val="90000"/>
              </a:lnSpc>
              <a:spcBef>
                <a:spcPts val="1000"/>
              </a:spcBef>
              <a:spcAft>
                <a:spcPts val="0"/>
              </a:spcAft>
              <a:buSzPts val="2160"/>
              <a:buNone/>
              <a:defRPr sz="1800">
                <a:solidFill>
                  <a:schemeClr val="lt1"/>
                </a:solidFill>
              </a:defRPr>
            </a:lvl3pPr>
            <a:lvl4pPr indent="-228600" lvl="3" marL="1828800" algn="l">
              <a:lnSpc>
                <a:spcPct val="90000"/>
              </a:lnSpc>
              <a:spcBef>
                <a:spcPts val="1000"/>
              </a:spcBef>
              <a:spcAft>
                <a:spcPts val="0"/>
              </a:spcAft>
              <a:buSzPts val="1920"/>
              <a:buNone/>
              <a:defRPr sz="1600">
                <a:solidFill>
                  <a:schemeClr val="lt1"/>
                </a:solidFill>
              </a:defRPr>
            </a:lvl4pPr>
            <a:lvl5pPr indent="-228600" lvl="4" marL="2286000" algn="l">
              <a:lnSpc>
                <a:spcPct val="90000"/>
              </a:lnSpc>
              <a:spcBef>
                <a:spcPts val="1000"/>
              </a:spcBef>
              <a:spcAft>
                <a:spcPts val="0"/>
              </a:spcAft>
              <a:buSzPts val="1600"/>
              <a:buNone/>
              <a:defRPr sz="1600">
                <a:solidFill>
                  <a:schemeClr val="lt1"/>
                </a:solidFill>
              </a:defRPr>
            </a:lvl5pPr>
            <a:lvl6pPr indent="-228600" lvl="5" marL="2743200" algn="l">
              <a:lnSpc>
                <a:spcPct val="90000"/>
              </a:lnSpc>
              <a:spcBef>
                <a:spcPts val="1000"/>
              </a:spcBef>
              <a:spcAft>
                <a:spcPts val="0"/>
              </a:spcAft>
              <a:buSzPts val="1920"/>
              <a:buNone/>
              <a:defRPr sz="1600">
                <a:solidFill>
                  <a:schemeClr val="lt1"/>
                </a:solidFill>
              </a:defRPr>
            </a:lvl6pPr>
            <a:lvl7pPr indent="-228600" lvl="6" marL="3200400" algn="l">
              <a:lnSpc>
                <a:spcPct val="90000"/>
              </a:lnSpc>
              <a:spcBef>
                <a:spcPts val="1000"/>
              </a:spcBef>
              <a:spcAft>
                <a:spcPts val="0"/>
              </a:spcAft>
              <a:buSzPts val="1920"/>
              <a:buNone/>
              <a:defRPr sz="1600">
                <a:solidFill>
                  <a:schemeClr val="lt1"/>
                </a:solidFill>
              </a:defRPr>
            </a:lvl7pPr>
            <a:lvl8pPr indent="-228600" lvl="7" marL="3657600" algn="l">
              <a:lnSpc>
                <a:spcPct val="90000"/>
              </a:lnSpc>
              <a:spcBef>
                <a:spcPts val="1000"/>
              </a:spcBef>
              <a:spcAft>
                <a:spcPts val="0"/>
              </a:spcAft>
              <a:buSzPts val="1920"/>
              <a:buNone/>
              <a:defRPr sz="1600">
                <a:solidFill>
                  <a:schemeClr val="lt1"/>
                </a:solidFill>
              </a:defRPr>
            </a:lvl8pPr>
            <a:lvl9pPr indent="-228600" lvl="8" marL="4114800" algn="l">
              <a:lnSpc>
                <a:spcPct val="90000"/>
              </a:lnSpc>
              <a:spcBef>
                <a:spcPts val="1000"/>
              </a:spcBef>
              <a:spcAft>
                <a:spcPts val="0"/>
              </a:spcAft>
              <a:buClr>
                <a:schemeClr val="lt1"/>
              </a:buClr>
              <a:buSzPts val="1920"/>
              <a:buNone/>
              <a:defRPr sz="1600">
                <a:solidFill>
                  <a:schemeClr val="lt1"/>
                </a:solidFil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250"/>
                                        <p:tgtEl>
                                          <p:spTgt spid="488"/>
                                        </p:tgtEl>
                                      </p:cBhvr>
                                    </p:animEffect>
                                  </p:childTnLst>
                                </p:cTn>
                              </p:par>
                              <p:par>
                                <p:cTn fill="hold" nodeType="with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250"/>
                                        <p:tgtEl>
                                          <p:spTgt spid="489"/>
                                        </p:tgtEl>
                                      </p:cBhvr>
                                    </p:animEffect>
                                  </p:childTnLst>
                                </p:cTn>
                              </p:par>
                              <p:par>
                                <p:cTn fill="hold" nodeType="with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360"/>
                                        <p:tgtEl>
                                          <p:spTgt spid="490"/>
                                        </p:tgtEl>
                                      </p:cBhvr>
                                    </p:animEffect>
                                  </p:childTnLst>
                                </p:cTn>
                              </p:par>
                              <p:par>
                                <p:cTn fill="hold" nodeType="with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250"/>
                                        <p:tgtEl>
                                          <p:spTgt spid="491"/>
                                        </p:tgtEl>
                                      </p:cBhvr>
                                    </p:animEffect>
                                  </p:childTnLst>
                                </p:cTn>
                              </p:par>
                              <p:par>
                                <p:cTn fill="hold" nodeType="withEffect" presetClass="entr" presetID="10" presetSubtype="0">
                                  <p:stCondLst>
                                    <p:cond delay="100"/>
                                  </p:stCondLst>
                                  <p:childTnLst>
                                    <p:set>
                                      <p:cBhvr>
                                        <p:cTn dur="1" fill="hold">
                                          <p:stCondLst>
                                            <p:cond delay="0"/>
                                          </p:stCondLst>
                                        </p:cTn>
                                        <p:tgtEl>
                                          <p:spTgt spid="492"/>
                                        </p:tgtEl>
                                        <p:attrNameLst>
                                          <p:attrName>style.visibility</p:attrName>
                                        </p:attrNameLst>
                                      </p:cBhvr>
                                      <p:to>
                                        <p:strVal val="visible"/>
                                      </p:to>
                                    </p:set>
                                    <p:animEffect filter="fade" transition="in">
                                      <p:cBhvr>
                                        <p:cTn dur="250"/>
                                        <p:tgtEl>
                                          <p:spTgt spid="4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bg>
      <p:bgPr>
        <a:gradFill>
          <a:gsLst>
            <a:gs pos="0">
              <a:schemeClr val="accent2"/>
            </a:gs>
            <a:gs pos="100000">
              <a:schemeClr val="dk2"/>
            </a:gs>
          </a:gsLst>
          <a:lin ang="5400000" scaled="0"/>
        </a:gradFill>
      </p:bgPr>
    </p:bg>
    <p:spTree>
      <p:nvGrpSpPr>
        <p:cNvPr id="493" name="Shape 493"/>
        <p:cNvGrpSpPr/>
        <p:nvPr/>
      </p:nvGrpSpPr>
      <p:grpSpPr>
        <a:xfrm>
          <a:off x="0" y="0"/>
          <a:ext cx="0" cy="0"/>
          <a:chOff x="0" y="0"/>
          <a:chExt cx="0" cy="0"/>
        </a:xfrm>
      </p:grpSpPr>
      <p:grpSp>
        <p:nvGrpSpPr>
          <p:cNvPr id="494" name="Google Shape;494;p44"/>
          <p:cNvGrpSpPr/>
          <p:nvPr/>
        </p:nvGrpSpPr>
        <p:grpSpPr>
          <a:xfrm>
            <a:off x="0" y="0"/>
            <a:ext cx="6032500" cy="6858000"/>
            <a:chOff x="0" y="0"/>
            <a:chExt cx="6032500" cy="6858000"/>
          </a:xfrm>
        </p:grpSpPr>
        <p:grpSp>
          <p:nvGrpSpPr>
            <p:cNvPr id="495" name="Google Shape;495;p44"/>
            <p:cNvGrpSpPr/>
            <p:nvPr/>
          </p:nvGrpSpPr>
          <p:grpSpPr>
            <a:xfrm>
              <a:off x="0" y="889000"/>
              <a:ext cx="6032500" cy="4572000"/>
              <a:chOff x="0" y="889000"/>
              <a:chExt cx="6096000" cy="4572000"/>
            </a:xfrm>
          </p:grpSpPr>
          <p:cxnSp>
            <p:nvCxnSpPr>
              <p:cNvPr id="496" name="Google Shape;496;p44"/>
              <p:cNvCxnSpPr/>
              <p:nvPr/>
            </p:nvCxnSpPr>
            <p:spPr>
              <a:xfrm>
                <a:off x="0" y="5461000"/>
                <a:ext cx="6096000" cy="0"/>
              </a:xfrm>
              <a:prstGeom prst="straightConnector1">
                <a:avLst/>
              </a:prstGeom>
              <a:noFill/>
              <a:ln cap="flat" cmpd="sng" w="50800">
                <a:solidFill>
                  <a:schemeClr val="lt1"/>
                </a:solidFill>
                <a:prstDash val="solid"/>
                <a:miter lim="8000"/>
                <a:headEnd len="sm" w="sm" type="none"/>
                <a:tailEnd len="sm" w="sm" type="none"/>
              </a:ln>
            </p:spPr>
          </p:cxnSp>
          <p:cxnSp>
            <p:nvCxnSpPr>
              <p:cNvPr id="497" name="Google Shape;497;p44"/>
              <p:cNvCxnSpPr/>
              <p:nvPr/>
            </p:nvCxnSpPr>
            <p:spPr>
              <a:xfrm>
                <a:off x="0" y="3937000"/>
                <a:ext cx="6096000" cy="0"/>
              </a:xfrm>
              <a:prstGeom prst="straightConnector1">
                <a:avLst/>
              </a:prstGeom>
              <a:noFill/>
              <a:ln cap="flat" cmpd="sng" w="50800">
                <a:solidFill>
                  <a:schemeClr val="lt1"/>
                </a:solidFill>
                <a:prstDash val="solid"/>
                <a:miter lim="8000"/>
                <a:headEnd len="sm" w="sm" type="none"/>
                <a:tailEnd len="sm" w="sm" type="none"/>
              </a:ln>
            </p:spPr>
          </p:cxnSp>
          <p:cxnSp>
            <p:nvCxnSpPr>
              <p:cNvPr id="498" name="Google Shape;498;p44"/>
              <p:cNvCxnSpPr/>
              <p:nvPr/>
            </p:nvCxnSpPr>
            <p:spPr>
              <a:xfrm>
                <a:off x="0" y="2413000"/>
                <a:ext cx="6096000" cy="0"/>
              </a:xfrm>
              <a:prstGeom prst="straightConnector1">
                <a:avLst/>
              </a:prstGeom>
              <a:noFill/>
              <a:ln cap="flat" cmpd="sng" w="50800">
                <a:solidFill>
                  <a:schemeClr val="lt1"/>
                </a:solidFill>
                <a:prstDash val="solid"/>
                <a:miter lim="8000"/>
                <a:headEnd len="sm" w="sm" type="none"/>
                <a:tailEnd len="sm" w="sm" type="none"/>
              </a:ln>
            </p:spPr>
          </p:cxnSp>
          <p:cxnSp>
            <p:nvCxnSpPr>
              <p:cNvPr id="499" name="Google Shape;499;p44"/>
              <p:cNvCxnSpPr/>
              <p:nvPr/>
            </p:nvCxnSpPr>
            <p:spPr>
              <a:xfrm>
                <a:off x="0" y="889000"/>
                <a:ext cx="6096000" cy="0"/>
              </a:xfrm>
              <a:prstGeom prst="straightConnector1">
                <a:avLst/>
              </a:prstGeom>
              <a:noFill/>
              <a:ln cap="flat" cmpd="sng" w="50800">
                <a:solidFill>
                  <a:schemeClr val="lt1"/>
                </a:solidFill>
                <a:prstDash val="solid"/>
                <a:miter lim="8000"/>
                <a:headEnd len="sm" w="sm" type="none"/>
                <a:tailEnd len="sm" w="sm" type="none"/>
              </a:ln>
            </p:spPr>
          </p:cxnSp>
        </p:grpSp>
        <p:grpSp>
          <p:nvGrpSpPr>
            <p:cNvPr id="500" name="Google Shape;500;p44"/>
            <p:cNvGrpSpPr/>
            <p:nvPr/>
          </p:nvGrpSpPr>
          <p:grpSpPr>
            <a:xfrm>
              <a:off x="1524001" y="0"/>
              <a:ext cx="3048000" cy="6858000"/>
              <a:chOff x="1524001" y="0"/>
              <a:chExt cx="3048000" cy="6858000"/>
            </a:xfrm>
          </p:grpSpPr>
          <p:cxnSp>
            <p:nvCxnSpPr>
              <p:cNvPr id="501" name="Google Shape;501;p44"/>
              <p:cNvCxnSpPr/>
              <p:nvPr/>
            </p:nvCxnSpPr>
            <p:spPr>
              <a:xfrm>
                <a:off x="1524001" y="0"/>
                <a:ext cx="0" cy="6858000"/>
              </a:xfrm>
              <a:prstGeom prst="straightConnector1">
                <a:avLst/>
              </a:prstGeom>
              <a:noFill/>
              <a:ln cap="flat" cmpd="sng" w="50800">
                <a:solidFill>
                  <a:schemeClr val="lt1"/>
                </a:solidFill>
                <a:prstDash val="solid"/>
                <a:miter lim="8000"/>
                <a:headEnd len="sm" w="sm" type="none"/>
                <a:tailEnd len="sm" w="sm" type="none"/>
              </a:ln>
            </p:spPr>
          </p:cxnSp>
          <p:cxnSp>
            <p:nvCxnSpPr>
              <p:cNvPr id="502" name="Google Shape;502;p44"/>
              <p:cNvCxnSpPr/>
              <p:nvPr/>
            </p:nvCxnSpPr>
            <p:spPr>
              <a:xfrm>
                <a:off x="3048001" y="0"/>
                <a:ext cx="0" cy="6858000"/>
              </a:xfrm>
              <a:prstGeom prst="straightConnector1">
                <a:avLst/>
              </a:prstGeom>
              <a:noFill/>
              <a:ln cap="flat" cmpd="sng" w="50800">
                <a:solidFill>
                  <a:schemeClr val="dk1"/>
                </a:solidFill>
                <a:prstDash val="solid"/>
                <a:miter lim="8000"/>
                <a:headEnd len="sm" w="sm" type="none"/>
                <a:tailEnd len="sm" w="sm" type="none"/>
              </a:ln>
            </p:spPr>
          </p:cxnSp>
          <p:cxnSp>
            <p:nvCxnSpPr>
              <p:cNvPr id="503" name="Google Shape;503;p44"/>
              <p:cNvCxnSpPr/>
              <p:nvPr/>
            </p:nvCxnSpPr>
            <p:spPr>
              <a:xfrm>
                <a:off x="4572001" y="0"/>
                <a:ext cx="0" cy="6858000"/>
              </a:xfrm>
              <a:prstGeom prst="straightConnector1">
                <a:avLst/>
              </a:prstGeom>
              <a:noFill/>
              <a:ln cap="flat" cmpd="sng" w="50800">
                <a:solidFill>
                  <a:schemeClr val="dk1"/>
                </a:solidFill>
                <a:prstDash val="solid"/>
                <a:miter lim="8000"/>
                <a:headEnd len="sm" w="sm" type="none"/>
                <a:tailEnd len="sm" w="sm" type="none"/>
              </a:ln>
            </p:spPr>
          </p:cxnSp>
        </p:grpSp>
      </p:grpSp>
      <p:sp>
        <p:nvSpPr>
          <p:cNvPr id="504" name="Google Shape;504;p44"/>
          <p:cNvSpPr/>
          <p:nvPr/>
        </p:nvSpPr>
        <p:spPr>
          <a:xfrm>
            <a:off x="1968500" y="0"/>
            <a:ext cx="3048000" cy="6858000"/>
          </a:xfrm>
          <a:custGeom>
            <a:rect b="b" l="l" r="r" t="t"/>
            <a:pathLst>
              <a:path extrusionOk="0" h="6858000" w="3048000">
                <a:moveTo>
                  <a:pt x="1010399" y="0"/>
                </a:moveTo>
                <a:lnTo>
                  <a:pt x="3048000" y="0"/>
                </a:lnTo>
                <a:lnTo>
                  <a:pt x="3048000" y="6858000"/>
                </a:lnTo>
                <a:lnTo>
                  <a:pt x="1010398" y="6858000"/>
                </a:lnTo>
                <a:lnTo>
                  <a:pt x="916448" y="6711453"/>
                </a:lnTo>
                <a:cubicBezTo>
                  <a:pt x="334894" y="5754343"/>
                  <a:pt x="0" y="4630781"/>
                  <a:pt x="0" y="3429001"/>
                </a:cubicBezTo>
                <a:cubicBezTo>
                  <a:pt x="0" y="2227221"/>
                  <a:pt x="334894" y="1103660"/>
                  <a:pt x="916448" y="14654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pic>
        <p:nvPicPr>
          <p:cNvPr descr="Background pattern&#10;&#10;Description automatically generated" id="505" name="Google Shape;505;p44"/>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506" name="Google Shape;506;p44"/>
          <p:cNvSpPr/>
          <p:nvPr/>
        </p:nvSpPr>
        <p:spPr>
          <a:xfrm>
            <a:off x="4699000" y="-68580"/>
            <a:ext cx="7493000" cy="6926580"/>
          </a:xfrm>
          <a:prstGeom prst="rect">
            <a:avLst/>
          </a:prstGeom>
          <a:solidFill>
            <a:schemeClr val="lt1"/>
          </a:solidFill>
          <a:ln>
            <a:noFill/>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1600">
              <a:solidFill>
                <a:schemeClr val="lt1"/>
              </a:solidFill>
              <a:latin typeface="Verdana"/>
              <a:ea typeface="Verdana"/>
              <a:cs typeface="Verdana"/>
              <a:sym typeface="Verdana"/>
            </a:endParaRPr>
          </a:p>
        </p:txBody>
      </p:sp>
      <p:sp>
        <p:nvSpPr>
          <p:cNvPr id="507" name="Google Shape;507;p44"/>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8" name="Google Shape;508;p44"/>
          <p:cNvSpPr txBox="1"/>
          <p:nvPr>
            <p:ph idx="11" type="ftr"/>
          </p:nvPr>
        </p:nvSpPr>
        <p:spPr>
          <a:xfrm>
            <a:off x="5397500" y="6477000"/>
            <a:ext cx="48260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9" name="Google Shape;509;p44"/>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10" name="Google Shape;510;p44"/>
          <p:cNvSpPr txBox="1"/>
          <p:nvPr>
            <p:ph type="title"/>
          </p:nvPr>
        </p:nvSpPr>
        <p:spPr>
          <a:xfrm>
            <a:off x="5397500" y="1524000"/>
            <a:ext cx="6223000" cy="3365499"/>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6600"/>
              <a:buFont typeface="Arial"/>
              <a:buNone/>
              <a:defRPr sz="6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1" name="Google Shape;511;p44"/>
          <p:cNvSpPr txBox="1"/>
          <p:nvPr>
            <p:ph idx="1" type="body"/>
          </p:nvPr>
        </p:nvSpPr>
        <p:spPr>
          <a:xfrm>
            <a:off x="5397500" y="5016500"/>
            <a:ext cx="6223000" cy="1142999"/>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1000"/>
              </a:spcBef>
              <a:spcAft>
                <a:spcPts val="0"/>
              </a:spcAft>
              <a:buSzPts val="2880"/>
              <a:buNone/>
              <a:defRPr sz="2400">
                <a:solidFill>
                  <a:schemeClr val="dk1"/>
                </a:solidFill>
              </a:defRPr>
            </a:lvl1pPr>
            <a:lvl2pPr indent="-228600" lvl="1" marL="914400" algn="l">
              <a:lnSpc>
                <a:spcPct val="90000"/>
              </a:lnSpc>
              <a:spcBef>
                <a:spcPts val="1000"/>
              </a:spcBef>
              <a:spcAft>
                <a:spcPts val="0"/>
              </a:spcAft>
              <a:buSzPts val="2400"/>
              <a:buNone/>
              <a:defRPr sz="2000">
                <a:solidFill>
                  <a:schemeClr val="lt1"/>
                </a:solidFill>
              </a:defRPr>
            </a:lvl2pPr>
            <a:lvl3pPr indent="-228600" lvl="2" marL="1371600" algn="l">
              <a:lnSpc>
                <a:spcPct val="90000"/>
              </a:lnSpc>
              <a:spcBef>
                <a:spcPts val="1000"/>
              </a:spcBef>
              <a:spcAft>
                <a:spcPts val="0"/>
              </a:spcAft>
              <a:buSzPts val="2160"/>
              <a:buNone/>
              <a:defRPr sz="1800">
                <a:solidFill>
                  <a:schemeClr val="lt1"/>
                </a:solidFill>
              </a:defRPr>
            </a:lvl3pPr>
            <a:lvl4pPr indent="-228600" lvl="3" marL="1828800" algn="l">
              <a:lnSpc>
                <a:spcPct val="90000"/>
              </a:lnSpc>
              <a:spcBef>
                <a:spcPts val="1000"/>
              </a:spcBef>
              <a:spcAft>
                <a:spcPts val="0"/>
              </a:spcAft>
              <a:buSzPts val="1920"/>
              <a:buNone/>
              <a:defRPr sz="1600">
                <a:solidFill>
                  <a:schemeClr val="lt1"/>
                </a:solidFill>
              </a:defRPr>
            </a:lvl4pPr>
            <a:lvl5pPr indent="-228600" lvl="4" marL="2286000" algn="l">
              <a:lnSpc>
                <a:spcPct val="90000"/>
              </a:lnSpc>
              <a:spcBef>
                <a:spcPts val="1000"/>
              </a:spcBef>
              <a:spcAft>
                <a:spcPts val="0"/>
              </a:spcAft>
              <a:buSzPts val="1600"/>
              <a:buNone/>
              <a:defRPr sz="1600">
                <a:solidFill>
                  <a:schemeClr val="lt1"/>
                </a:solidFill>
              </a:defRPr>
            </a:lvl5pPr>
            <a:lvl6pPr indent="-228600" lvl="5" marL="2743200" algn="l">
              <a:lnSpc>
                <a:spcPct val="90000"/>
              </a:lnSpc>
              <a:spcBef>
                <a:spcPts val="1000"/>
              </a:spcBef>
              <a:spcAft>
                <a:spcPts val="0"/>
              </a:spcAft>
              <a:buSzPts val="1920"/>
              <a:buNone/>
              <a:defRPr sz="1600">
                <a:solidFill>
                  <a:schemeClr val="lt1"/>
                </a:solidFill>
              </a:defRPr>
            </a:lvl6pPr>
            <a:lvl7pPr indent="-228600" lvl="6" marL="3200400" algn="l">
              <a:lnSpc>
                <a:spcPct val="90000"/>
              </a:lnSpc>
              <a:spcBef>
                <a:spcPts val="1000"/>
              </a:spcBef>
              <a:spcAft>
                <a:spcPts val="0"/>
              </a:spcAft>
              <a:buSzPts val="1920"/>
              <a:buNone/>
              <a:defRPr sz="1600">
                <a:solidFill>
                  <a:schemeClr val="lt1"/>
                </a:solidFill>
              </a:defRPr>
            </a:lvl7pPr>
            <a:lvl8pPr indent="-228600" lvl="7" marL="3657600" algn="l">
              <a:lnSpc>
                <a:spcPct val="90000"/>
              </a:lnSpc>
              <a:spcBef>
                <a:spcPts val="1000"/>
              </a:spcBef>
              <a:spcAft>
                <a:spcPts val="0"/>
              </a:spcAft>
              <a:buSzPts val="1920"/>
              <a:buNone/>
              <a:defRPr sz="1600">
                <a:solidFill>
                  <a:schemeClr val="lt1"/>
                </a:solidFill>
              </a:defRPr>
            </a:lvl8pPr>
            <a:lvl9pPr indent="-228600" lvl="8" marL="4114800" algn="l">
              <a:lnSpc>
                <a:spcPct val="90000"/>
              </a:lnSpc>
              <a:spcBef>
                <a:spcPts val="1000"/>
              </a:spcBef>
              <a:spcAft>
                <a:spcPts val="0"/>
              </a:spcAft>
              <a:buClr>
                <a:schemeClr val="lt1"/>
              </a:buClr>
              <a:buSzPts val="1920"/>
              <a:buNone/>
              <a:defRPr sz="1600">
                <a:solidFill>
                  <a:schemeClr val="lt1"/>
                </a:solidFill>
              </a:defRPr>
            </a:lvl9pPr>
          </a:lstStyle>
          <a:p/>
        </p:txBody>
      </p:sp>
      <p:grpSp>
        <p:nvGrpSpPr>
          <p:cNvPr id="512" name="Google Shape;512;p44"/>
          <p:cNvGrpSpPr/>
          <p:nvPr/>
        </p:nvGrpSpPr>
        <p:grpSpPr>
          <a:xfrm>
            <a:off x="11407071" y="476250"/>
            <a:ext cx="213430" cy="571500"/>
            <a:chOff x="4249" y="1683"/>
            <a:chExt cx="695" cy="1861"/>
          </a:xfrm>
        </p:grpSpPr>
        <p:sp>
          <p:nvSpPr>
            <p:cNvPr id="513" name="Google Shape;513;p44"/>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rgbClr val="2F2A9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514" name="Google Shape;514;p44"/>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rgbClr val="00B2A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250"/>
                                        <p:tgtEl>
                                          <p:spTgt spid="506"/>
                                        </p:tgtEl>
                                      </p:cBhvr>
                                    </p:animEffect>
                                  </p:childTnLst>
                                </p:cTn>
                              </p:par>
                              <p:par>
                                <p:cTn fill="hold" nodeType="with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250"/>
                                        <p:tgtEl>
                                          <p:spTgt spid="510"/>
                                        </p:tgtEl>
                                      </p:cBhvr>
                                    </p:animEffect>
                                  </p:childTnLst>
                                </p:cTn>
                              </p:par>
                              <p:par>
                                <p:cTn fill="hold" nodeType="with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250"/>
                                        <p:tgtEl>
                                          <p:spTgt spid="512"/>
                                        </p:tgtEl>
                                      </p:cBhvr>
                                    </p:animEffect>
                                  </p:childTnLst>
                                </p:cTn>
                              </p:par>
                              <p:par>
                                <p:cTn fill="hold" nodeType="with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250"/>
                                        <p:tgtEl>
                                          <p:spTgt spid="511"/>
                                        </p:tgtEl>
                                      </p:cBhvr>
                                    </p:animEffect>
                                  </p:childTnLst>
                                </p:cTn>
                              </p:par>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250"/>
                                        <p:tgtEl>
                                          <p:spTgt spid="508"/>
                                        </p:tgtEl>
                                      </p:cBhvr>
                                    </p:animEffect>
                                  </p:childTnLst>
                                </p:cTn>
                              </p:par>
                              <p:par>
                                <p:cTn fill="hold" nodeType="with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250"/>
                                        <p:tgtEl>
                                          <p:spTgt spid="507"/>
                                        </p:tgtEl>
                                      </p:cBhvr>
                                    </p:animEffect>
                                  </p:childTnLst>
                                </p:cTn>
                              </p:par>
                              <p:par>
                                <p:cTn fill="hold" nodeType="with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250"/>
                                        <p:tgtEl>
                                          <p:spTgt spid="509"/>
                                        </p:tgtEl>
                                      </p:cBhvr>
                                    </p:animEffect>
                                  </p:childTnLst>
                                </p:cTn>
                              </p:par>
                              <p:par>
                                <p:cTn fill="hold" nodeType="withEffect" presetClass="entr" presetID="10" presetSubtype="0">
                                  <p:stCondLst>
                                    <p:cond delay="200"/>
                                  </p:stCondLst>
                                  <p:childTnLst>
                                    <p:set>
                                      <p:cBhvr>
                                        <p:cTn dur="1" fill="hold">
                                          <p:stCondLst>
                                            <p:cond delay="0"/>
                                          </p:stCondLst>
                                        </p:cTn>
                                        <p:tgtEl>
                                          <p:spTgt spid="494"/>
                                        </p:tgtEl>
                                        <p:attrNameLst>
                                          <p:attrName>style.visibility</p:attrName>
                                        </p:attrNameLst>
                                      </p:cBhvr>
                                      <p:to>
                                        <p:strVal val="visible"/>
                                      </p:to>
                                    </p:set>
                                    <p:animEffect filter="fade" transition="in">
                                      <p:cBhvr>
                                        <p:cTn dur="750"/>
                                        <p:tgtEl>
                                          <p:spTgt spid="494"/>
                                        </p:tgtEl>
                                      </p:cBhvr>
                                    </p:animEffect>
                                  </p:childTnLst>
                                </p:cTn>
                              </p:par>
                              <p:par>
                                <p:cTn fill="hold" nodeType="withEffect" presetClass="entr" presetID="10" presetSubtype="0">
                                  <p:stCondLst>
                                    <p:cond delay="200"/>
                                  </p:stCondLst>
                                  <p:childTnLst>
                                    <p:set>
                                      <p:cBhvr>
                                        <p:cTn dur="1" fill="hold">
                                          <p:stCondLst>
                                            <p:cond delay="0"/>
                                          </p:stCondLst>
                                        </p:cTn>
                                        <p:tgtEl>
                                          <p:spTgt spid="504"/>
                                        </p:tgtEl>
                                        <p:attrNameLst>
                                          <p:attrName>style.visibility</p:attrName>
                                        </p:attrNameLst>
                                      </p:cBhvr>
                                      <p:to>
                                        <p:strVal val="visible"/>
                                      </p:to>
                                    </p:set>
                                    <p:animEffect filter="fade" transition="in">
                                      <p:cBhvr>
                                        <p:cTn dur="250"/>
                                        <p:tgtEl>
                                          <p:spTgt spid="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accent2"/>
            </a:gs>
            <a:gs pos="100000">
              <a:schemeClr val="dk2"/>
            </a:gs>
          </a:gsLst>
          <a:lin ang="5400000" scaled="0"/>
        </a:gradFill>
      </p:bgPr>
    </p:bg>
    <p:spTree>
      <p:nvGrpSpPr>
        <p:cNvPr id="515" name="Shape 515"/>
        <p:cNvGrpSpPr/>
        <p:nvPr/>
      </p:nvGrpSpPr>
      <p:grpSpPr>
        <a:xfrm>
          <a:off x="0" y="0"/>
          <a:ext cx="0" cy="0"/>
          <a:chOff x="0" y="0"/>
          <a:chExt cx="0" cy="0"/>
        </a:xfrm>
      </p:grpSpPr>
      <p:pic>
        <p:nvPicPr>
          <p:cNvPr descr="Background pattern&#10;&#10;Description automatically generated" id="516" name="Google Shape;516;p45"/>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517" name="Google Shape;517;p45"/>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18" name="Google Shape;518;p45"/>
          <p:cNvSpPr txBox="1"/>
          <p:nvPr>
            <p:ph type="title"/>
          </p:nvPr>
        </p:nvSpPr>
        <p:spPr>
          <a:xfrm>
            <a:off x="571500" y="381000"/>
            <a:ext cx="11049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9" name="Google Shape;519;p45"/>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0" name="Google Shape;520;p45"/>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1" name="Google Shape;521;p45"/>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522" name="Google Shape;522;p45"/>
          <p:cNvGrpSpPr/>
          <p:nvPr/>
        </p:nvGrpSpPr>
        <p:grpSpPr>
          <a:xfrm>
            <a:off x="11407071" y="476250"/>
            <a:ext cx="213430" cy="571500"/>
            <a:chOff x="4249" y="1683"/>
            <a:chExt cx="695" cy="1861"/>
          </a:xfrm>
        </p:grpSpPr>
        <p:sp>
          <p:nvSpPr>
            <p:cNvPr id="523" name="Google Shape;523;p45"/>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524" name="Google Shape;524;p45"/>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5" name="Shape 525"/>
        <p:cNvGrpSpPr/>
        <p:nvPr/>
      </p:nvGrpSpPr>
      <p:grpSpPr>
        <a:xfrm>
          <a:off x="0" y="0"/>
          <a:ext cx="0" cy="0"/>
          <a:chOff x="0" y="0"/>
          <a:chExt cx="0" cy="0"/>
        </a:xfrm>
      </p:grpSpPr>
      <p:sp>
        <p:nvSpPr>
          <p:cNvPr id="526" name="Google Shape;526;p46"/>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7" name="Google Shape;527;p46"/>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8" name="Google Shape;528;p46"/>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gradFill>
          <a:gsLst>
            <a:gs pos="0">
              <a:schemeClr val="accent2"/>
            </a:gs>
            <a:gs pos="100000">
              <a:schemeClr val="dk2"/>
            </a:gs>
          </a:gsLst>
          <a:lin ang="5400000" scaled="0"/>
        </a:gradFill>
      </p:bgPr>
    </p:bg>
    <p:spTree>
      <p:nvGrpSpPr>
        <p:cNvPr id="529" name="Shape 529"/>
        <p:cNvGrpSpPr/>
        <p:nvPr/>
      </p:nvGrpSpPr>
      <p:grpSpPr>
        <a:xfrm>
          <a:off x="0" y="0"/>
          <a:ext cx="0" cy="0"/>
          <a:chOff x="0" y="0"/>
          <a:chExt cx="0" cy="0"/>
        </a:xfrm>
      </p:grpSpPr>
      <p:pic>
        <p:nvPicPr>
          <p:cNvPr descr="Background pattern&#10;&#10;Description automatically generated" id="530" name="Google Shape;530;p47"/>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531" name="Google Shape;531;p47"/>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32" name="Google Shape;532;p47"/>
          <p:cNvSpPr txBox="1"/>
          <p:nvPr>
            <p:ph type="title"/>
          </p:nvPr>
        </p:nvSpPr>
        <p:spPr>
          <a:xfrm>
            <a:off x="571500" y="381000"/>
            <a:ext cx="11049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3" name="Google Shape;533;p47"/>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4" name="Google Shape;534;p47"/>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5" name="Google Shape;535;p47"/>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536" name="Google Shape;536;p47"/>
          <p:cNvGrpSpPr/>
          <p:nvPr/>
        </p:nvGrpSpPr>
        <p:grpSpPr>
          <a:xfrm>
            <a:off x="11407071" y="476250"/>
            <a:ext cx="213430" cy="571500"/>
            <a:chOff x="4249" y="1683"/>
            <a:chExt cx="695" cy="1861"/>
          </a:xfrm>
        </p:grpSpPr>
        <p:sp>
          <p:nvSpPr>
            <p:cNvPr id="537" name="Google Shape;537;p47"/>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538" name="Google Shape;538;p47"/>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539" name="Google Shape;539;p47"/>
          <p:cNvSpPr txBox="1"/>
          <p:nvPr>
            <p:ph idx="1" type="body"/>
          </p:nvPr>
        </p:nvSpPr>
        <p:spPr>
          <a:xfrm>
            <a:off x="571500" y="1524000"/>
            <a:ext cx="11049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gradFill>
          <a:gsLst>
            <a:gs pos="0">
              <a:schemeClr val="accent2"/>
            </a:gs>
            <a:gs pos="100000">
              <a:schemeClr val="dk2"/>
            </a:gs>
          </a:gsLst>
          <a:lin ang="5400000" scaled="0"/>
        </a:gradFill>
      </p:bgPr>
    </p:bg>
    <p:spTree>
      <p:nvGrpSpPr>
        <p:cNvPr id="540" name="Shape 540"/>
        <p:cNvGrpSpPr/>
        <p:nvPr/>
      </p:nvGrpSpPr>
      <p:grpSpPr>
        <a:xfrm>
          <a:off x="0" y="0"/>
          <a:ext cx="0" cy="0"/>
          <a:chOff x="0" y="0"/>
          <a:chExt cx="0" cy="0"/>
        </a:xfrm>
      </p:grpSpPr>
      <p:pic>
        <p:nvPicPr>
          <p:cNvPr descr="Background pattern&#10;&#10;Description automatically generated" id="541" name="Google Shape;541;p48"/>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542" name="Google Shape;542;p48"/>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43" name="Google Shape;543;p48"/>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4" name="Google Shape;544;p48"/>
          <p:cNvSpPr txBox="1"/>
          <p:nvPr>
            <p:ph idx="1" type="body"/>
          </p:nvPr>
        </p:nvSpPr>
        <p:spPr>
          <a:xfrm>
            <a:off x="571500" y="1524000"/>
            <a:ext cx="5461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545" name="Google Shape;545;p48"/>
          <p:cNvSpPr txBox="1"/>
          <p:nvPr>
            <p:ph idx="2" type="body"/>
          </p:nvPr>
        </p:nvSpPr>
        <p:spPr>
          <a:xfrm>
            <a:off x="6159500" y="1524000"/>
            <a:ext cx="5461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546" name="Google Shape;546;p48"/>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7" name="Google Shape;547;p48"/>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8" name="Google Shape;548;p48"/>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549" name="Google Shape;549;p48"/>
          <p:cNvGrpSpPr/>
          <p:nvPr/>
        </p:nvGrpSpPr>
        <p:grpSpPr>
          <a:xfrm>
            <a:off x="11407071" y="476250"/>
            <a:ext cx="213430" cy="571500"/>
            <a:chOff x="4249" y="1683"/>
            <a:chExt cx="695" cy="1861"/>
          </a:xfrm>
        </p:grpSpPr>
        <p:sp>
          <p:nvSpPr>
            <p:cNvPr id="550" name="Google Shape;550;p48"/>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551" name="Google Shape;551;p48"/>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p:cSld name="Four Content">
    <p:bg>
      <p:bgPr>
        <a:gradFill>
          <a:gsLst>
            <a:gs pos="0">
              <a:schemeClr val="accent2"/>
            </a:gs>
            <a:gs pos="100000">
              <a:schemeClr val="dk2"/>
            </a:gs>
          </a:gsLst>
          <a:lin ang="5400000" scaled="0"/>
        </a:gradFill>
      </p:bgPr>
    </p:bg>
    <p:spTree>
      <p:nvGrpSpPr>
        <p:cNvPr id="552" name="Shape 552"/>
        <p:cNvGrpSpPr/>
        <p:nvPr/>
      </p:nvGrpSpPr>
      <p:grpSpPr>
        <a:xfrm>
          <a:off x="0" y="0"/>
          <a:ext cx="0" cy="0"/>
          <a:chOff x="0" y="0"/>
          <a:chExt cx="0" cy="0"/>
        </a:xfrm>
      </p:grpSpPr>
      <p:pic>
        <p:nvPicPr>
          <p:cNvPr descr="Background pattern&#10;&#10;Description automatically generated" id="553" name="Google Shape;553;p49"/>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554" name="Google Shape;554;p49"/>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55" name="Google Shape;555;p49"/>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6" name="Google Shape;556;p49"/>
          <p:cNvSpPr txBox="1"/>
          <p:nvPr>
            <p:ph idx="1" type="body"/>
          </p:nvPr>
        </p:nvSpPr>
        <p:spPr>
          <a:xfrm>
            <a:off x="571500" y="1524000"/>
            <a:ext cx="2667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557" name="Google Shape;557;p49"/>
          <p:cNvSpPr txBox="1"/>
          <p:nvPr>
            <p:ph idx="2" type="body"/>
          </p:nvPr>
        </p:nvSpPr>
        <p:spPr>
          <a:xfrm>
            <a:off x="3365500" y="1524000"/>
            <a:ext cx="2667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558" name="Google Shape;558;p49"/>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9" name="Google Shape;559;p49"/>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0" name="Google Shape;560;p49"/>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561" name="Google Shape;561;p49"/>
          <p:cNvGrpSpPr/>
          <p:nvPr/>
        </p:nvGrpSpPr>
        <p:grpSpPr>
          <a:xfrm>
            <a:off x="11407071" y="476250"/>
            <a:ext cx="213430" cy="571500"/>
            <a:chOff x="4249" y="1683"/>
            <a:chExt cx="695" cy="1861"/>
          </a:xfrm>
        </p:grpSpPr>
        <p:sp>
          <p:nvSpPr>
            <p:cNvPr id="562" name="Google Shape;562;p49"/>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563" name="Google Shape;563;p49"/>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564" name="Google Shape;564;p49"/>
          <p:cNvSpPr txBox="1"/>
          <p:nvPr>
            <p:ph idx="3" type="body"/>
          </p:nvPr>
        </p:nvSpPr>
        <p:spPr>
          <a:xfrm>
            <a:off x="6159500" y="1524000"/>
            <a:ext cx="2667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565" name="Google Shape;565;p49"/>
          <p:cNvSpPr txBox="1"/>
          <p:nvPr>
            <p:ph idx="4" type="body"/>
          </p:nvPr>
        </p:nvSpPr>
        <p:spPr>
          <a:xfrm>
            <a:off x="8953500" y="1524000"/>
            <a:ext cx="2667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gradFill>
          <a:gsLst>
            <a:gs pos="0">
              <a:schemeClr val="accent2"/>
            </a:gs>
            <a:gs pos="100000">
              <a:schemeClr val="dk2"/>
            </a:gs>
          </a:gsLst>
          <a:lin ang="5400000" scaled="0"/>
        </a:gradFill>
      </p:bgPr>
    </p:bg>
    <p:spTree>
      <p:nvGrpSpPr>
        <p:cNvPr id="566" name="Shape 566"/>
        <p:cNvGrpSpPr/>
        <p:nvPr/>
      </p:nvGrpSpPr>
      <p:grpSpPr>
        <a:xfrm>
          <a:off x="0" y="0"/>
          <a:ext cx="0" cy="0"/>
          <a:chOff x="0" y="0"/>
          <a:chExt cx="0" cy="0"/>
        </a:xfrm>
      </p:grpSpPr>
      <p:pic>
        <p:nvPicPr>
          <p:cNvPr descr="Background pattern&#10;&#10;Description automatically generated" id="567" name="Google Shape;567;p50"/>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568" name="Google Shape;568;p50"/>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69" name="Google Shape;569;p50"/>
          <p:cNvSpPr txBox="1"/>
          <p:nvPr>
            <p:ph type="title"/>
          </p:nvPr>
        </p:nvSpPr>
        <p:spPr>
          <a:xfrm>
            <a:off x="571500" y="381000"/>
            <a:ext cx="11049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0" name="Google Shape;570;p50"/>
          <p:cNvSpPr txBox="1"/>
          <p:nvPr>
            <p:ph idx="1" type="body"/>
          </p:nvPr>
        </p:nvSpPr>
        <p:spPr>
          <a:xfrm>
            <a:off x="571500" y="1524001"/>
            <a:ext cx="5461000" cy="5715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SzPts val="2400"/>
              <a:buNone/>
              <a:defRPr b="0" sz="2000">
                <a:solidFill>
                  <a:schemeClr val="dk2"/>
                </a:solidFill>
              </a:defRPr>
            </a:lvl1pPr>
            <a:lvl2pPr indent="-228600" lvl="1" marL="914400" algn="l">
              <a:lnSpc>
                <a:spcPct val="90000"/>
              </a:lnSpc>
              <a:spcBef>
                <a:spcPts val="1000"/>
              </a:spcBef>
              <a:spcAft>
                <a:spcPts val="0"/>
              </a:spcAft>
              <a:buSzPts val="2400"/>
              <a:buNone/>
              <a:defRPr b="1" sz="2000"/>
            </a:lvl2pPr>
            <a:lvl3pPr indent="-228600" lvl="2" marL="1371600" algn="l">
              <a:lnSpc>
                <a:spcPct val="90000"/>
              </a:lnSpc>
              <a:spcBef>
                <a:spcPts val="1000"/>
              </a:spcBef>
              <a:spcAft>
                <a:spcPts val="0"/>
              </a:spcAft>
              <a:buSzPts val="2160"/>
              <a:buNone/>
              <a:defRPr b="1" sz="1800"/>
            </a:lvl3pPr>
            <a:lvl4pPr indent="-228600" lvl="3" marL="1828800" algn="l">
              <a:lnSpc>
                <a:spcPct val="90000"/>
              </a:lnSpc>
              <a:spcBef>
                <a:spcPts val="1000"/>
              </a:spcBef>
              <a:spcAft>
                <a:spcPts val="0"/>
              </a:spcAft>
              <a:buSzPts val="1920"/>
              <a:buNone/>
              <a:defRPr b="1" sz="1600"/>
            </a:lvl4pPr>
            <a:lvl5pPr indent="-228600" lvl="4" marL="2286000" algn="l">
              <a:lnSpc>
                <a:spcPct val="90000"/>
              </a:lnSpc>
              <a:spcBef>
                <a:spcPts val="1000"/>
              </a:spcBef>
              <a:spcAft>
                <a:spcPts val="0"/>
              </a:spcAft>
              <a:buSzPts val="1600"/>
              <a:buNone/>
              <a:defRPr b="1" sz="1600"/>
            </a:lvl5pPr>
            <a:lvl6pPr indent="-228600" lvl="5" marL="2743200" algn="l">
              <a:lnSpc>
                <a:spcPct val="90000"/>
              </a:lnSpc>
              <a:spcBef>
                <a:spcPts val="1000"/>
              </a:spcBef>
              <a:spcAft>
                <a:spcPts val="0"/>
              </a:spcAft>
              <a:buSzPts val="1920"/>
              <a:buNone/>
              <a:defRPr b="1" sz="1600"/>
            </a:lvl6pPr>
            <a:lvl7pPr indent="-228600" lvl="6" marL="3200400" algn="l">
              <a:lnSpc>
                <a:spcPct val="90000"/>
              </a:lnSpc>
              <a:spcBef>
                <a:spcPts val="1000"/>
              </a:spcBef>
              <a:spcAft>
                <a:spcPts val="0"/>
              </a:spcAft>
              <a:buSzPts val="1920"/>
              <a:buNone/>
              <a:defRPr b="1" sz="1600"/>
            </a:lvl7pPr>
            <a:lvl8pPr indent="-228600" lvl="7" marL="3657600" algn="l">
              <a:lnSpc>
                <a:spcPct val="90000"/>
              </a:lnSpc>
              <a:spcBef>
                <a:spcPts val="1000"/>
              </a:spcBef>
              <a:spcAft>
                <a:spcPts val="0"/>
              </a:spcAft>
              <a:buSzPts val="1920"/>
              <a:buNone/>
              <a:defRPr b="1" sz="1600"/>
            </a:lvl8pPr>
            <a:lvl9pPr indent="-228600" lvl="8" marL="4114800" algn="l">
              <a:lnSpc>
                <a:spcPct val="90000"/>
              </a:lnSpc>
              <a:spcBef>
                <a:spcPts val="1000"/>
              </a:spcBef>
              <a:spcAft>
                <a:spcPts val="0"/>
              </a:spcAft>
              <a:buClr>
                <a:schemeClr val="dk1"/>
              </a:buClr>
              <a:buSzPts val="1920"/>
              <a:buNone/>
              <a:defRPr b="1" sz="1600"/>
            </a:lvl9pPr>
          </a:lstStyle>
          <a:p/>
        </p:txBody>
      </p:sp>
      <p:sp>
        <p:nvSpPr>
          <p:cNvPr id="571" name="Google Shape;571;p50"/>
          <p:cNvSpPr txBox="1"/>
          <p:nvPr>
            <p:ph idx="2" type="body"/>
          </p:nvPr>
        </p:nvSpPr>
        <p:spPr>
          <a:xfrm>
            <a:off x="571500" y="2222500"/>
            <a:ext cx="5461000" cy="40640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572" name="Google Shape;572;p50"/>
          <p:cNvSpPr txBox="1"/>
          <p:nvPr>
            <p:ph idx="3" type="body"/>
          </p:nvPr>
        </p:nvSpPr>
        <p:spPr>
          <a:xfrm>
            <a:off x="6159502" y="1524000"/>
            <a:ext cx="5460998" cy="5715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SzPts val="2400"/>
              <a:buNone/>
              <a:defRPr b="0" sz="2000">
                <a:solidFill>
                  <a:schemeClr val="dk2"/>
                </a:solidFill>
              </a:defRPr>
            </a:lvl1pPr>
            <a:lvl2pPr indent="-228600" lvl="1" marL="914400" algn="l">
              <a:lnSpc>
                <a:spcPct val="90000"/>
              </a:lnSpc>
              <a:spcBef>
                <a:spcPts val="1000"/>
              </a:spcBef>
              <a:spcAft>
                <a:spcPts val="0"/>
              </a:spcAft>
              <a:buSzPts val="2400"/>
              <a:buNone/>
              <a:defRPr b="1" sz="2000"/>
            </a:lvl2pPr>
            <a:lvl3pPr indent="-228600" lvl="2" marL="1371600" algn="l">
              <a:lnSpc>
                <a:spcPct val="90000"/>
              </a:lnSpc>
              <a:spcBef>
                <a:spcPts val="1000"/>
              </a:spcBef>
              <a:spcAft>
                <a:spcPts val="0"/>
              </a:spcAft>
              <a:buSzPts val="2160"/>
              <a:buNone/>
              <a:defRPr b="1" sz="1800"/>
            </a:lvl3pPr>
            <a:lvl4pPr indent="-228600" lvl="3" marL="1828800" algn="l">
              <a:lnSpc>
                <a:spcPct val="90000"/>
              </a:lnSpc>
              <a:spcBef>
                <a:spcPts val="1000"/>
              </a:spcBef>
              <a:spcAft>
                <a:spcPts val="0"/>
              </a:spcAft>
              <a:buSzPts val="1920"/>
              <a:buNone/>
              <a:defRPr b="1" sz="1600"/>
            </a:lvl4pPr>
            <a:lvl5pPr indent="-228600" lvl="4" marL="2286000" algn="l">
              <a:lnSpc>
                <a:spcPct val="90000"/>
              </a:lnSpc>
              <a:spcBef>
                <a:spcPts val="1000"/>
              </a:spcBef>
              <a:spcAft>
                <a:spcPts val="0"/>
              </a:spcAft>
              <a:buSzPts val="1600"/>
              <a:buNone/>
              <a:defRPr b="1" sz="1600"/>
            </a:lvl5pPr>
            <a:lvl6pPr indent="-228600" lvl="5" marL="2743200" algn="l">
              <a:lnSpc>
                <a:spcPct val="90000"/>
              </a:lnSpc>
              <a:spcBef>
                <a:spcPts val="1000"/>
              </a:spcBef>
              <a:spcAft>
                <a:spcPts val="0"/>
              </a:spcAft>
              <a:buSzPts val="1920"/>
              <a:buNone/>
              <a:defRPr b="1" sz="1600"/>
            </a:lvl6pPr>
            <a:lvl7pPr indent="-228600" lvl="6" marL="3200400" algn="l">
              <a:lnSpc>
                <a:spcPct val="90000"/>
              </a:lnSpc>
              <a:spcBef>
                <a:spcPts val="1000"/>
              </a:spcBef>
              <a:spcAft>
                <a:spcPts val="0"/>
              </a:spcAft>
              <a:buSzPts val="1920"/>
              <a:buNone/>
              <a:defRPr b="1" sz="1600"/>
            </a:lvl7pPr>
            <a:lvl8pPr indent="-228600" lvl="7" marL="3657600" algn="l">
              <a:lnSpc>
                <a:spcPct val="90000"/>
              </a:lnSpc>
              <a:spcBef>
                <a:spcPts val="1000"/>
              </a:spcBef>
              <a:spcAft>
                <a:spcPts val="0"/>
              </a:spcAft>
              <a:buSzPts val="1920"/>
              <a:buNone/>
              <a:defRPr b="1" sz="1600"/>
            </a:lvl8pPr>
            <a:lvl9pPr indent="-228600" lvl="8" marL="4114800" algn="l">
              <a:lnSpc>
                <a:spcPct val="90000"/>
              </a:lnSpc>
              <a:spcBef>
                <a:spcPts val="1000"/>
              </a:spcBef>
              <a:spcAft>
                <a:spcPts val="0"/>
              </a:spcAft>
              <a:buClr>
                <a:schemeClr val="dk1"/>
              </a:buClr>
              <a:buSzPts val="1920"/>
              <a:buNone/>
              <a:defRPr b="1" sz="1600"/>
            </a:lvl9pPr>
          </a:lstStyle>
          <a:p/>
        </p:txBody>
      </p:sp>
      <p:sp>
        <p:nvSpPr>
          <p:cNvPr id="573" name="Google Shape;573;p50"/>
          <p:cNvSpPr txBox="1"/>
          <p:nvPr>
            <p:ph idx="4" type="body"/>
          </p:nvPr>
        </p:nvSpPr>
        <p:spPr>
          <a:xfrm>
            <a:off x="6159502" y="2222500"/>
            <a:ext cx="5460998" cy="40640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574" name="Google Shape;574;p50"/>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5" name="Google Shape;575;p50"/>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6" name="Google Shape;576;p50"/>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577" name="Google Shape;577;p50"/>
          <p:cNvGrpSpPr/>
          <p:nvPr/>
        </p:nvGrpSpPr>
        <p:grpSpPr>
          <a:xfrm>
            <a:off x="11407071" y="476250"/>
            <a:ext cx="213430" cy="571500"/>
            <a:chOff x="4249" y="1683"/>
            <a:chExt cx="695" cy="1861"/>
          </a:xfrm>
        </p:grpSpPr>
        <p:sp>
          <p:nvSpPr>
            <p:cNvPr id="578" name="Google Shape;578;p50"/>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579" name="Google Shape;579;p50"/>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gradFill>
          <a:gsLst>
            <a:gs pos="0">
              <a:schemeClr val="accent2"/>
            </a:gs>
            <a:gs pos="100000">
              <a:schemeClr val="dk2"/>
            </a:gs>
          </a:gsLst>
          <a:lin ang="5400000" scaled="0"/>
        </a:gradFill>
      </p:bgPr>
    </p:bg>
    <p:spTree>
      <p:nvGrpSpPr>
        <p:cNvPr id="580" name="Shape 580"/>
        <p:cNvGrpSpPr/>
        <p:nvPr/>
      </p:nvGrpSpPr>
      <p:grpSpPr>
        <a:xfrm>
          <a:off x="0" y="0"/>
          <a:ext cx="0" cy="0"/>
          <a:chOff x="0" y="0"/>
          <a:chExt cx="0" cy="0"/>
        </a:xfrm>
      </p:grpSpPr>
      <p:pic>
        <p:nvPicPr>
          <p:cNvPr descr="Background pattern&#10;&#10;Description automatically generated" id="581" name="Google Shape;581;p51"/>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582" name="Google Shape;582;p51"/>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83" name="Google Shape;583;p51"/>
          <p:cNvSpPr txBox="1"/>
          <p:nvPr>
            <p:ph type="title"/>
          </p:nvPr>
        </p:nvSpPr>
        <p:spPr>
          <a:xfrm>
            <a:off x="571501" y="571500"/>
            <a:ext cx="4064000" cy="152400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4" name="Google Shape;584;p51"/>
          <p:cNvSpPr txBox="1"/>
          <p:nvPr>
            <p:ph idx="1" type="body"/>
          </p:nvPr>
        </p:nvSpPr>
        <p:spPr>
          <a:xfrm>
            <a:off x="4762499" y="1524000"/>
            <a:ext cx="6857999" cy="4762500"/>
          </a:xfrm>
          <a:prstGeom prst="rect">
            <a:avLst/>
          </a:prstGeom>
          <a:noFill/>
          <a:ln>
            <a:noFill/>
          </a:ln>
        </p:spPr>
        <p:txBody>
          <a:bodyPr anchorCtr="0" anchor="t" bIns="0" lIns="0" spcFirstLastPara="1" rIns="0" wrap="square" tIns="0">
            <a:normAutofit/>
          </a:bodyPr>
          <a:lstStyle>
            <a:lvl1pPr indent="-441960" lvl="0" marL="457200" algn="l">
              <a:lnSpc>
                <a:spcPct val="90000"/>
              </a:lnSpc>
              <a:spcBef>
                <a:spcPts val="1000"/>
              </a:spcBef>
              <a:spcAft>
                <a:spcPts val="0"/>
              </a:spcAft>
              <a:buSzPts val="3360"/>
              <a:buChar char="•"/>
              <a:defRPr sz="2800"/>
            </a:lvl1pPr>
            <a:lvl2pPr indent="-411480" lvl="1" marL="914400" algn="l">
              <a:lnSpc>
                <a:spcPct val="90000"/>
              </a:lnSpc>
              <a:spcBef>
                <a:spcPts val="1000"/>
              </a:spcBef>
              <a:spcAft>
                <a:spcPts val="0"/>
              </a:spcAft>
              <a:buSzPts val="2880"/>
              <a:buChar char="•"/>
              <a:defRPr sz="2400"/>
            </a:lvl2pPr>
            <a:lvl3pPr indent="-381000" lvl="2" marL="1371600" algn="l">
              <a:lnSpc>
                <a:spcPct val="90000"/>
              </a:lnSpc>
              <a:spcBef>
                <a:spcPts val="1000"/>
              </a:spcBef>
              <a:spcAft>
                <a:spcPts val="0"/>
              </a:spcAft>
              <a:buSzPts val="2400"/>
              <a:buChar char="•"/>
              <a:defRPr sz="2000"/>
            </a:lvl3pPr>
            <a:lvl4pPr indent="-365760" lvl="3" marL="1828800" algn="l">
              <a:lnSpc>
                <a:spcPct val="90000"/>
              </a:lnSpc>
              <a:spcBef>
                <a:spcPts val="1000"/>
              </a:spcBef>
              <a:spcAft>
                <a:spcPts val="0"/>
              </a:spcAft>
              <a:buSzPts val="2160"/>
              <a:buChar char="•"/>
              <a:defRPr sz="1800"/>
            </a:lvl4pPr>
            <a:lvl5pPr indent="-317500" lvl="4" marL="2286000" algn="l">
              <a:lnSpc>
                <a:spcPct val="90000"/>
              </a:lnSpc>
              <a:spcBef>
                <a:spcPts val="1000"/>
              </a:spcBef>
              <a:spcAft>
                <a:spcPts val="0"/>
              </a:spcAft>
              <a:buSzPts val="1400"/>
              <a:buAutoNum type="arabicPeriod"/>
              <a:defRPr sz="1400"/>
            </a:lvl5pPr>
            <a:lvl6pPr indent="-335280" lvl="5" marL="2743200" algn="l">
              <a:lnSpc>
                <a:spcPct val="90000"/>
              </a:lnSpc>
              <a:spcBef>
                <a:spcPts val="1000"/>
              </a:spcBef>
              <a:spcAft>
                <a:spcPts val="0"/>
              </a:spcAft>
              <a:buSzPts val="1680"/>
              <a:buChar char="•"/>
              <a:defRPr sz="1400"/>
            </a:lvl6pPr>
            <a:lvl7pPr indent="-335280" lvl="6" marL="3200400" algn="l">
              <a:lnSpc>
                <a:spcPct val="90000"/>
              </a:lnSpc>
              <a:spcBef>
                <a:spcPts val="1000"/>
              </a:spcBef>
              <a:spcAft>
                <a:spcPts val="0"/>
              </a:spcAft>
              <a:buSzPts val="1680"/>
              <a:buChar char="•"/>
              <a:defRPr sz="1400"/>
            </a:lvl7pPr>
            <a:lvl8pPr indent="-312420" lvl="7" marL="3657600" algn="l">
              <a:lnSpc>
                <a:spcPct val="90000"/>
              </a:lnSpc>
              <a:spcBef>
                <a:spcPts val="1000"/>
              </a:spcBef>
              <a:spcAft>
                <a:spcPts val="0"/>
              </a:spcAft>
              <a:buSzPts val="1320"/>
              <a:buChar char="•"/>
              <a:defRPr sz="1100"/>
            </a:lvl8pPr>
            <a:lvl9pPr indent="-304800" lvl="8" marL="4114800" algn="l">
              <a:lnSpc>
                <a:spcPct val="90000"/>
              </a:lnSpc>
              <a:spcBef>
                <a:spcPts val="1000"/>
              </a:spcBef>
              <a:spcAft>
                <a:spcPts val="0"/>
              </a:spcAft>
              <a:buClr>
                <a:schemeClr val="dk1"/>
              </a:buClr>
              <a:buSzPts val="1200"/>
              <a:buFont typeface="Arial"/>
              <a:buChar char="•"/>
              <a:defRPr sz="1000"/>
            </a:lvl9pPr>
          </a:lstStyle>
          <a:p/>
        </p:txBody>
      </p:sp>
      <p:sp>
        <p:nvSpPr>
          <p:cNvPr id="585" name="Google Shape;585;p51"/>
          <p:cNvSpPr txBox="1"/>
          <p:nvPr>
            <p:ph idx="2" type="body"/>
          </p:nvPr>
        </p:nvSpPr>
        <p:spPr>
          <a:xfrm>
            <a:off x="571501" y="2222500"/>
            <a:ext cx="4064000" cy="4064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SzPts val="2400"/>
              <a:buNone/>
              <a:defRPr sz="2000"/>
            </a:lvl1pPr>
            <a:lvl2pPr indent="-228600" lvl="1" marL="914400" algn="l">
              <a:lnSpc>
                <a:spcPct val="90000"/>
              </a:lnSpc>
              <a:spcBef>
                <a:spcPts val="1000"/>
              </a:spcBef>
              <a:spcAft>
                <a:spcPts val="0"/>
              </a:spcAft>
              <a:buSzPts val="1680"/>
              <a:buNone/>
              <a:defRPr sz="1400"/>
            </a:lvl2pPr>
            <a:lvl3pPr indent="-228600" lvl="2" marL="1371600" algn="l">
              <a:lnSpc>
                <a:spcPct val="90000"/>
              </a:lnSpc>
              <a:spcBef>
                <a:spcPts val="1000"/>
              </a:spcBef>
              <a:spcAft>
                <a:spcPts val="0"/>
              </a:spcAft>
              <a:buSzPts val="1440"/>
              <a:buNone/>
              <a:defRPr sz="1200"/>
            </a:lvl3pPr>
            <a:lvl4pPr indent="-228600" lvl="3" marL="1828800" algn="l">
              <a:lnSpc>
                <a:spcPct val="90000"/>
              </a:lnSpc>
              <a:spcBef>
                <a:spcPts val="1000"/>
              </a:spcBef>
              <a:spcAft>
                <a:spcPts val="0"/>
              </a:spcAft>
              <a:buSzPts val="1200"/>
              <a:buNone/>
              <a:defRPr sz="1000"/>
            </a:lvl4pPr>
            <a:lvl5pPr indent="-228600" lvl="4" marL="2286000" algn="l">
              <a:lnSpc>
                <a:spcPct val="90000"/>
              </a:lnSpc>
              <a:spcBef>
                <a:spcPts val="1000"/>
              </a:spcBef>
              <a:spcAft>
                <a:spcPts val="0"/>
              </a:spcAft>
              <a:buSzPts val="1000"/>
              <a:buNone/>
              <a:defRPr sz="1000"/>
            </a:lvl5pPr>
            <a:lvl6pPr indent="-228600" lvl="5" marL="2743200" algn="l">
              <a:lnSpc>
                <a:spcPct val="90000"/>
              </a:lnSpc>
              <a:spcBef>
                <a:spcPts val="1000"/>
              </a:spcBef>
              <a:spcAft>
                <a:spcPts val="0"/>
              </a:spcAft>
              <a:buSzPts val="1200"/>
              <a:buNone/>
              <a:defRPr sz="1000"/>
            </a:lvl6pPr>
            <a:lvl7pPr indent="-228600" lvl="6" marL="3200400" algn="l">
              <a:lnSpc>
                <a:spcPct val="90000"/>
              </a:lnSpc>
              <a:spcBef>
                <a:spcPts val="1000"/>
              </a:spcBef>
              <a:spcAft>
                <a:spcPts val="0"/>
              </a:spcAft>
              <a:buSzPts val="1200"/>
              <a:buNone/>
              <a:defRPr sz="1000"/>
            </a:lvl7pPr>
            <a:lvl8pPr indent="-228600" lvl="7" marL="3657600" algn="l">
              <a:lnSpc>
                <a:spcPct val="90000"/>
              </a:lnSpc>
              <a:spcBef>
                <a:spcPts val="1000"/>
              </a:spcBef>
              <a:spcAft>
                <a:spcPts val="0"/>
              </a:spcAft>
              <a:buSzPts val="1200"/>
              <a:buNone/>
              <a:defRPr sz="1000"/>
            </a:lvl8pPr>
            <a:lvl9pPr indent="-228600" lvl="8" marL="4114800" algn="l">
              <a:lnSpc>
                <a:spcPct val="90000"/>
              </a:lnSpc>
              <a:spcBef>
                <a:spcPts val="1000"/>
              </a:spcBef>
              <a:spcAft>
                <a:spcPts val="0"/>
              </a:spcAft>
              <a:buClr>
                <a:schemeClr val="dk1"/>
              </a:buClr>
              <a:buSzPts val="1200"/>
              <a:buNone/>
              <a:defRPr sz="1000"/>
            </a:lvl9pPr>
          </a:lstStyle>
          <a:p/>
        </p:txBody>
      </p:sp>
      <p:sp>
        <p:nvSpPr>
          <p:cNvPr id="586" name="Google Shape;586;p51"/>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7" name="Google Shape;587;p51"/>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8" name="Google Shape;588;p51"/>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589" name="Google Shape;589;p51"/>
          <p:cNvGrpSpPr/>
          <p:nvPr/>
        </p:nvGrpSpPr>
        <p:grpSpPr>
          <a:xfrm>
            <a:off x="11407071" y="476250"/>
            <a:ext cx="213430" cy="571500"/>
            <a:chOff x="4249" y="1683"/>
            <a:chExt cx="695" cy="1861"/>
          </a:xfrm>
        </p:grpSpPr>
        <p:sp>
          <p:nvSpPr>
            <p:cNvPr id="590" name="Google Shape;590;p51"/>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591" name="Google Shape;591;p51"/>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gradFill>
          <a:gsLst>
            <a:gs pos="0">
              <a:schemeClr val="accent2"/>
            </a:gs>
            <a:gs pos="100000">
              <a:schemeClr val="dk2"/>
            </a:gs>
          </a:gsLst>
          <a:lin ang="5400000" scaled="0"/>
        </a:gradFill>
      </p:bgPr>
    </p:bg>
    <p:spTree>
      <p:nvGrpSpPr>
        <p:cNvPr id="592" name="Shape 592"/>
        <p:cNvGrpSpPr/>
        <p:nvPr/>
      </p:nvGrpSpPr>
      <p:grpSpPr>
        <a:xfrm>
          <a:off x="0" y="0"/>
          <a:ext cx="0" cy="0"/>
          <a:chOff x="0" y="0"/>
          <a:chExt cx="0" cy="0"/>
        </a:xfrm>
      </p:grpSpPr>
      <p:pic>
        <p:nvPicPr>
          <p:cNvPr descr="Background pattern&#10;&#10;Description automatically generated" id="593" name="Google Shape;593;p52"/>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594" name="Google Shape;594;p52"/>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95" name="Google Shape;595;p52"/>
          <p:cNvSpPr txBox="1"/>
          <p:nvPr>
            <p:ph type="title"/>
          </p:nvPr>
        </p:nvSpPr>
        <p:spPr>
          <a:xfrm>
            <a:off x="571501" y="571500"/>
            <a:ext cx="4064000" cy="152400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6" name="Google Shape;596;p52"/>
          <p:cNvSpPr/>
          <p:nvPr>
            <p:ph idx="2" type="pic"/>
          </p:nvPr>
        </p:nvSpPr>
        <p:spPr>
          <a:xfrm>
            <a:off x="4762500" y="1524000"/>
            <a:ext cx="6858000" cy="4762499"/>
          </a:xfrm>
          <a:prstGeom prst="rect">
            <a:avLst/>
          </a:prstGeom>
          <a:noFill/>
          <a:ln>
            <a:noFill/>
          </a:ln>
        </p:spPr>
      </p:sp>
      <p:sp>
        <p:nvSpPr>
          <p:cNvPr id="597" name="Google Shape;597;p52"/>
          <p:cNvSpPr txBox="1"/>
          <p:nvPr>
            <p:ph idx="1" type="body"/>
          </p:nvPr>
        </p:nvSpPr>
        <p:spPr>
          <a:xfrm>
            <a:off x="571500" y="2222500"/>
            <a:ext cx="4063999" cy="4064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SzPts val="2400"/>
              <a:buNone/>
              <a:defRPr sz="2000"/>
            </a:lvl1pPr>
            <a:lvl2pPr indent="-228600" lvl="1" marL="914400" algn="l">
              <a:lnSpc>
                <a:spcPct val="90000"/>
              </a:lnSpc>
              <a:spcBef>
                <a:spcPts val="1000"/>
              </a:spcBef>
              <a:spcAft>
                <a:spcPts val="0"/>
              </a:spcAft>
              <a:buSzPts val="1680"/>
              <a:buNone/>
              <a:defRPr sz="1400"/>
            </a:lvl2pPr>
            <a:lvl3pPr indent="-228600" lvl="2" marL="1371600" algn="l">
              <a:lnSpc>
                <a:spcPct val="90000"/>
              </a:lnSpc>
              <a:spcBef>
                <a:spcPts val="1000"/>
              </a:spcBef>
              <a:spcAft>
                <a:spcPts val="0"/>
              </a:spcAft>
              <a:buSzPts val="1440"/>
              <a:buNone/>
              <a:defRPr sz="1200"/>
            </a:lvl3pPr>
            <a:lvl4pPr indent="-228600" lvl="3" marL="1828800" algn="l">
              <a:lnSpc>
                <a:spcPct val="90000"/>
              </a:lnSpc>
              <a:spcBef>
                <a:spcPts val="1000"/>
              </a:spcBef>
              <a:spcAft>
                <a:spcPts val="0"/>
              </a:spcAft>
              <a:buSzPts val="1200"/>
              <a:buNone/>
              <a:defRPr sz="1000"/>
            </a:lvl4pPr>
            <a:lvl5pPr indent="-228600" lvl="4" marL="2286000" algn="l">
              <a:lnSpc>
                <a:spcPct val="90000"/>
              </a:lnSpc>
              <a:spcBef>
                <a:spcPts val="1000"/>
              </a:spcBef>
              <a:spcAft>
                <a:spcPts val="0"/>
              </a:spcAft>
              <a:buSzPts val="1000"/>
              <a:buNone/>
              <a:defRPr sz="1000"/>
            </a:lvl5pPr>
            <a:lvl6pPr indent="-228600" lvl="5" marL="2743200" algn="l">
              <a:lnSpc>
                <a:spcPct val="90000"/>
              </a:lnSpc>
              <a:spcBef>
                <a:spcPts val="1000"/>
              </a:spcBef>
              <a:spcAft>
                <a:spcPts val="0"/>
              </a:spcAft>
              <a:buSzPts val="1200"/>
              <a:buNone/>
              <a:defRPr sz="1000"/>
            </a:lvl6pPr>
            <a:lvl7pPr indent="-228600" lvl="6" marL="3200400" algn="l">
              <a:lnSpc>
                <a:spcPct val="90000"/>
              </a:lnSpc>
              <a:spcBef>
                <a:spcPts val="1000"/>
              </a:spcBef>
              <a:spcAft>
                <a:spcPts val="0"/>
              </a:spcAft>
              <a:buSzPts val="1200"/>
              <a:buNone/>
              <a:defRPr sz="1000"/>
            </a:lvl7pPr>
            <a:lvl8pPr indent="-228600" lvl="7" marL="3657600" algn="l">
              <a:lnSpc>
                <a:spcPct val="90000"/>
              </a:lnSpc>
              <a:spcBef>
                <a:spcPts val="1000"/>
              </a:spcBef>
              <a:spcAft>
                <a:spcPts val="0"/>
              </a:spcAft>
              <a:buSzPts val="1200"/>
              <a:buNone/>
              <a:defRPr sz="1000"/>
            </a:lvl8pPr>
            <a:lvl9pPr indent="-228600" lvl="8" marL="4114800" algn="l">
              <a:lnSpc>
                <a:spcPct val="90000"/>
              </a:lnSpc>
              <a:spcBef>
                <a:spcPts val="1000"/>
              </a:spcBef>
              <a:spcAft>
                <a:spcPts val="0"/>
              </a:spcAft>
              <a:buClr>
                <a:schemeClr val="dk1"/>
              </a:buClr>
              <a:buSzPts val="1200"/>
              <a:buNone/>
              <a:defRPr sz="1000"/>
            </a:lvl9pPr>
          </a:lstStyle>
          <a:p/>
        </p:txBody>
      </p:sp>
      <p:sp>
        <p:nvSpPr>
          <p:cNvPr id="598" name="Google Shape;598;p52"/>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9" name="Google Shape;599;p52"/>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0" name="Google Shape;600;p52"/>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601" name="Google Shape;601;p52"/>
          <p:cNvGrpSpPr/>
          <p:nvPr/>
        </p:nvGrpSpPr>
        <p:grpSpPr>
          <a:xfrm>
            <a:off x="11407071" y="476250"/>
            <a:ext cx="213430" cy="571500"/>
            <a:chOff x="4249" y="1683"/>
            <a:chExt cx="695" cy="1861"/>
          </a:xfrm>
        </p:grpSpPr>
        <p:sp>
          <p:nvSpPr>
            <p:cNvPr id="602" name="Google Shape;602;p52"/>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603" name="Google Shape;603;p52"/>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ee Content">
  <p:cSld name="Free Content">
    <p:spTree>
      <p:nvGrpSpPr>
        <p:cNvPr id="604" name="Shape 604"/>
        <p:cNvGrpSpPr/>
        <p:nvPr/>
      </p:nvGrpSpPr>
      <p:grpSpPr>
        <a:xfrm>
          <a:off x="0" y="0"/>
          <a:ext cx="0" cy="0"/>
          <a:chOff x="0" y="0"/>
          <a:chExt cx="0" cy="0"/>
        </a:xfrm>
      </p:grpSpPr>
      <p:sp>
        <p:nvSpPr>
          <p:cNvPr id="605" name="Google Shape;605;p53"/>
          <p:cNvSpPr txBox="1"/>
          <p:nvPr>
            <p:ph type="title"/>
          </p:nvPr>
        </p:nvSpPr>
        <p:spPr>
          <a:xfrm>
            <a:off x="571500" y="381000"/>
            <a:ext cx="11049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6" name="Google Shape;606;p53"/>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7" name="Google Shape;607;p53"/>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8" name="Google Shape;608;p53"/>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ee Content (with logo)">
  <p:cSld name="Free Content (with logo)">
    <p:spTree>
      <p:nvGrpSpPr>
        <p:cNvPr id="609" name="Shape 609"/>
        <p:cNvGrpSpPr/>
        <p:nvPr/>
      </p:nvGrpSpPr>
      <p:grpSpPr>
        <a:xfrm>
          <a:off x="0" y="0"/>
          <a:ext cx="0" cy="0"/>
          <a:chOff x="0" y="0"/>
          <a:chExt cx="0" cy="0"/>
        </a:xfrm>
      </p:grpSpPr>
      <p:sp>
        <p:nvSpPr>
          <p:cNvPr id="610" name="Google Shape;610;p54"/>
          <p:cNvSpPr txBox="1"/>
          <p:nvPr>
            <p:ph type="title"/>
          </p:nvPr>
        </p:nvSpPr>
        <p:spPr>
          <a:xfrm>
            <a:off x="571500" y="381000"/>
            <a:ext cx="11049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1" name="Google Shape;611;p54"/>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2" name="Google Shape;612;p54"/>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3" name="Google Shape;613;p54"/>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614" name="Google Shape;614;p54"/>
          <p:cNvGrpSpPr/>
          <p:nvPr/>
        </p:nvGrpSpPr>
        <p:grpSpPr>
          <a:xfrm>
            <a:off x="11407071" y="476250"/>
            <a:ext cx="213430" cy="571500"/>
            <a:chOff x="4249" y="1683"/>
            <a:chExt cx="695" cy="1861"/>
          </a:xfrm>
        </p:grpSpPr>
        <p:sp>
          <p:nvSpPr>
            <p:cNvPr id="615" name="Google Shape;615;p54"/>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616" name="Google Shape;616;p54"/>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option B)">
  <p:cSld name="Content with Caption (option B)">
    <p:bg>
      <p:bgPr>
        <a:gradFill>
          <a:gsLst>
            <a:gs pos="0">
              <a:schemeClr val="accent2"/>
            </a:gs>
            <a:gs pos="100000">
              <a:schemeClr val="dk2"/>
            </a:gs>
          </a:gsLst>
          <a:lin ang="5400000" scaled="0"/>
        </a:gradFill>
      </p:bgPr>
    </p:bg>
    <p:spTree>
      <p:nvGrpSpPr>
        <p:cNvPr id="617" name="Shape 617"/>
        <p:cNvGrpSpPr/>
        <p:nvPr/>
      </p:nvGrpSpPr>
      <p:grpSpPr>
        <a:xfrm>
          <a:off x="0" y="0"/>
          <a:ext cx="0" cy="0"/>
          <a:chOff x="0" y="0"/>
          <a:chExt cx="0" cy="0"/>
        </a:xfrm>
      </p:grpSpPr>
      <p:pic>
        <p:nvPicPr>
          <p:cNvPr descr="Background pattern&#10;&#10;Description automatically generated" id="618" name="Google Shape;618;p55"/>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619" name="Google Shape;619;p55"/>
          <p:cNvSpPr/>
          <p:nvPr/>
        </p:nvSpPr>
        <p:spPr>
          <a:xfrm>
            <a:off x="635000" y="-1"/>
            <a:ext cx="11557000" cy="6858001"/>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20" name="Google Shape;620;p55"/>
          <p:cNvSpPr/>
          <p:nvPr/>
        </p:nvSpPr>
        <p:spPr>
          <a:xfrm>
            <a:off x="285750" y="0"/>
            <a:ext cx="44767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21" name="Google Shape;621;p55"/>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2" name="Google Shape;622;p55"/>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3" name="Google Shape;623;p55"/>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55"/>
          <p:cNvSpPr txBox="1"/>
          <p:nvPr>
            <p:ph idx="1" type="body"/>
          </p:nvPr>
        </p:nvSpPr>
        <p:spPr>
          <a:xfrm>
            <a:off x="571499" y="1524000"/>
            <a:ext cx="4063999" cy="4762500"/>
          </a:xfrm>
          <a:prstGeom prst="rect">
            <a:avLst/>
          </a:prstGeom>
          <a:noFill/>
          <a:ln>
            <a:noFill/>
          </a:ln>
        </p:spPr>
        <p:txBody>
          <a:bodyPr anchorCtr="0" anchor="t" bIns="0" lIns="0" spcFirstLastPara="1" rIns="90000" wrap="square" tIns="0">
            <a:normAutofit/>
          </a:bodyPr>
          <a:lstStyle>
            <a:lvl1pPr indent="-381000" lvl="0" marL="457200" algn="l">
              <a:lnSpc>
                <a:spcPct val="90000"/>
              </a:lnSpc>
              <a:spcBef>
                <a:spcPts val="1000"/>
              </a:spcBef>
              <a:spcAft>
                <a:spcPts val="0"/>
              </a:spcAft>
              <a:buSzPts val="240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625" name="Google Shape;625;p55"/>
          <p:cNvSpPr txBox="1"/>
          <p:nvPr>
            <p:ph type="title"/>
          </p:nvPr>
        </p:nvSpPr>
        <p:spPr>
          <a:xfrm>
            <a:off x="571500" y="381000"/>
            <a:ext cx="4064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6" name="Google Shape;626;p55"/>
          <p:cNvSpPr txBox="1"/>
          <p:nvPr>
            <p:ph idx="2" type="body"/>
          </p:nvPr>
        </p:nvSpPr>
        <p:spPr>
          <a:xfrm>
            <a:off x="5048249" y="1524000"/>
            <a:ext cx="6572249" cy="4762500"/>
          </a:xfrm>
          <a:prstGeom prst="rect">
            <a:avLst/>
          </a:prstGeom>
          <a:noFill/>
          <a:ln>
            <a:noFill/>
          </a:ln>
        </p:spPr>
        <p:txBody>
          <a:bodyPr anchorCtr="0" anchor="t" bIns="0" lIns="0" spcFirstLastPara="1" rIns="0" wrap="square" tIns="0">
            <a:normAutofit/>
          </a:bodyPr>
          <a:lstStyle>
            <a:lvl1pPr indent="-441960" lvl="0" marL="457200" algn="l">
              <a:lnSpc>
                <a:spcPct val="90000"/>
              </a:lnSpc>
              <a:spcBef>
                <a:spcPts val="1000"/>
              </a:spcBef>
              <a:spcAft>
                <a:spcPts val="0"/>
              </a:spcAft>
              <a:buSzPts val="3360"/>
              <a:buChar char="•"/>
              <a:defRPr sz="2800"/>
            </a:lvl1pPr>
            <a:lvl2pPr indent="-411480" lvl="1" marL="914400" algn="l">
              <a:lnSpc>
                <a:spcPct val="90000"/>
              </a:lnSpc>
              <a:spcBef>
                <a:spcPts val="1000"/>
              </a:spcBef>
              <a:spcAft>
                <a:spcPts val="0"/>
              </a:spcAft>
              <a:buSzPts val="2880"/>
              <a:buChar char="•"/>
              <a:defRPr sz="2400"/>
            </a:lvl2pPr>
            <a:lvl3pPr indent="-381000" lvl="2" marL="1371600" algn="l">
              <a:lnSpc>
                <a:spcPct val="90000"/>
              </a:lnSpc>
              <a:spcBef>
                <a:spcPts val="1000"/>
              </a:spcBef>
              <a:spcAft>
                <a:spcPts val="0"/>
              </a:spcAft>
              <a:buSzPts val="2400"/>
              <a:buChar char="•"/>
              <a:defRPr sz="2000"/>
            </a:lvl3pPr>
            <a:lvl4pPr indent="-365760" lvl="3" marL="1828800" algn="l">
              <a:lnSpc>
                <a:spcPct val="90000"/>
              </a:lnSpc>
              <a:spcBef>
                <a:spcPts val="1000"/>
              </a:spcBef>
              <a:spcAft>
                <a:spcPts val="0"/>
              </a:spcAft>
              <a:buSzPts val="2160"/>
              <a:buChar char="•"/>
              <a:defRPr sz="1800"/>
            </a:lvl4pPr>
            <a:lvl5pPr indent="-317500" lvl="4" marL="2286000" algn="l">
              <a:lnSpc>
                <a:spcPct val="90000"/>
              </a:lnSpc>
              <a:spcBef>
                <a:spcPts val="1000"/>
              </a:spcBef>
              <a:spcAft>
                <a:spcPts val="0"/>
              </a:spcAft>
              <a:buSzPts val="1400"/>
              <a:buAutoNum type="arabicPeriod"/>
              <a:defRPr sz="1400"/>
            </a:lvl5pPr>
            <a:lvl6pPr indent="-335280" lvl="5" marL="2743200" algn="l">
              <a:lnSpc>
                <a:spcPct val="90000"/>
              </a:lnSpc>
              <a:spcBef>
                <a:spcPts val="1000"/>
              </a:spcBef>
              <a:spcAft>
                <a:spcPts val="0"/>
              </a:spcAft>
              <a:buSzPts val="1680"/>
              <a:buChar char="•"/>
              <a:defRPr sz="1400"/>
            </a:lvl6pPr>
            <a:lvl7pPr indent="-335280" lvl="6" marL="3200400" algn="l">
              <a:lnSpc>
                <a:spcPct val="90000"/>
              </a:lnSpc>
              <a:spcBef>
                <a:spcPts val="1000"/>
              </a:spcBef>
              <a:spcAft>
                <a:spcPts val="0"/>
              </a:spcAft>
              <a:buSzPts val="1680"/>
              <a:buChar char="•"/>
              <a:defRPr sz="1400"/>
            </a:lvl7pPr>
            <a:lvl8pPr indent="-312420" lvl="7" marL="3657600" algn="l">
              <a:lnSpc>
                <a:spcPct val="90000"/>
              </a:lnSpc>
              <a:spcBef>
                <a:spcPts val="1000"/>
              </a:spcBef>
              <a:spcAft>
                <a:spcPts val="0"/>
              </a:spcAft>
              <a:buSzPts val="1320"/>
              <a:buChar char="•"/>
              <a:defRPr sz="1100"/>
            </a:lvl8pPr>
            <a:lvl9pPr indent="-304800" lvl="8" marL="4114800" algn="l">
              <a:lnSpc>
                <a:spcPct val="90000"/>
              </a:lnSpc>
              <a:spcBef>
                <a:spcPts val="1000"/>
              </a:spcBef>
              <a:spcAft>
                <a:spcPts val="0"/>
              </a:spcAft>
              <a:buClr>
                <a:schemeClr val="dk1"/>
              </a:buClr>
              <a:buSzPts val="1200"/>
              <a:buFont typeface="Arial"/>
              <a:buChar char="•"/>
              <a:defRPr sz="1000"/>
            </a:lvl9pPr>
          </a:lstStyle>
          <a:p/>
        </p:txBody>
      </p:sp>
      <p:grpSp>
        <p:nvGrpSpPr>
          <p:cNvPr id="627" name="Google Shape;627;p55"/>
          <p:cNvGrpSpPr/>
          <p:nvPr/>
        </p:nvGrpSpPr>
        <p:grpSpPr>
          <a:xfrm>
            <a:off x="11407071" y="476250"/>
            <a:ext cx="213430" cy="571500"/>
            <a:chOff x="4249" y="1683"/>
            <a:chExt cx="695" cy="1861"/>
          </a:xfrm>
        </p:grpSpPr>
        <p:sp>
          <p:nvSpPr>
            <p:cNvPr id="628" name="Google Shape;628;p55"/>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629" name="Google Shape;629;p55"/>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option C)">
  <p:cSld name="Content with Caption (option C)">
    <p:bg>
      <p:bgPr>
        <a:gradFill>
          <a:gsLst>
            <a:gs pos="0">
              <a:schemeClr val="accent2"/>
            </a:gs>
            <a:gs pos="100000">
              <a:schemeClr val="dk2"/>
            </a:gs>
          </a:gsLst>
          <a:lin ang="5400000" scaled="0"/>
        </a:gradFill>
      </p:bgPr>
    </p:bg>
    <p:spTree>
      <p:nvGrpSpPr>
        <p:cNvPr id="630" name="Shape 630"/>
        <p:cNvGrpSpPr/>
        <p:nvPr/>
      </p:nvGrpSpPr>
      <p:grpSpPr>
        <a:xfrm>
          <a:off x="0" y="0"/>
          <a:ext cx="0" cy="0"/>
          <a:chOff x="0" y="0"/>
          <a:chExt cx="0" cy="0"/>
        </a:xfrm>
      </p:grpSpPr>
      <p:pic>
        <p:nvPicPr>
          <p:cNvPr descr="Background pattern&#10;&#10;Description automatically generated" id="631" name="Google Shape;631;p56"/>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632" name="Google Shape;632;p56"/>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33" name="Google Shape;633;p56"/>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4" name="Google Shape;634;p56"/>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5" name="Google Shape;635;p56"/>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636" name="Google Shape;636;p56"/>
          <p:cNvSpPr txBox="1"/>
          <p:nvPr>
            <p:ph idx="1" type="body"/>
          </p:nvPr>
        </p:nvSpPr>
        <p:spPr>
          <a:xfrm>
            <a:off x="571499" y="1524000"/>
            <a:ext cx="4063999"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637" name="Google Shape;637;p56"/>
          <p:cNvSpPr txBox="1"/>
          <p:nvPr>
            <p:ph type="title"/>
          </p:nvPr>
        </p:nvSpPr>
        <p:spPr>
          <a:xfrm>
            <a:off x="571500" y="381000"/>
            <a:ext cx="4064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8" name="Google Shape;638;p56"/>
          <p:cNvSpPr txBox="1"/>
          <p:nvPr>
            <p:ph idx="2" type="body"/>
          </p:nvPr>
        </p:nvSpPr>
        <p:spPr>
          <a:xfrm>
            <a:off x="5048251" y="1524000"/>
            <a:ext cx="6572247" cy="4762500"/>
          </a:xfrm>
          <a:prstGeom prst="rect">
            <a:avLst/>
          </a:prstGeom>
          <a:noFill/>
          <a:ln>
            <a:noFill/>
          </a:ln>
        </p:spPr>
        <p:txBody>
          <a:bodyPr anchorCtr="0" anchor="t" bIns="0" lIns="0" spcFirstLastPara="1" rIns="0" wrap="square" tIns="0">
            <a:normAutofit/>
          </a:bodyPr>
          <a:lstStyle>
            <a:lvl1pPr indent="-441960" lvl="0" marL="457200" algn="l">
              <a:lnSpc>
                <a:spcPct val="90000"/>
              </a:lnSpc>
              <a:spcBef>
                <a:spcPts val="1000"/>
              </a:spcBef>
              <a:spcAft>
                <a:spcPts val="0"/>
              </a:spcAft>
              <a:buSzPts val="3360"/>
              <a:buChar char="•"/>
              <a:defRPr sz="2800"/>
            </a:lvl1pPr>
            <a:lvl2pPr indent="-411480" lvl="1" marL="914400" algn="l">
              <a:lnSpc>
                <a:spcPct val="90000"/>
              </a:lnSpc>
              <a:spcBef>
                <a:spcPts val="1000"/>
              </a:spcBef>
              <a:spcAft>
                <a:spcPts val="0"/>
              </a:spcAft>
              <a:buSzPts val="2880"/>
              <a:buChar char="•"/>
              <a:defRPr sz="2400"/>
            </a:lvl2pPr>
            <a:lvl3pPr indent="-381000" lvl="2" marL="1371600" algn="l">
              <a:lnSpc>
                <a:spcPct val="90000"/>
              </a:lnSpc>
              <a:spcBef>
                <a:spcPts val="1000"/>
              </a:spcBef>
              <a:spcAft>
                <a:spcPts val="0"/>
              </a:spcAft>
              <a:buSzPts val="2400"/>
              <a:buChar char="•"/>
              <a:defRPr sz="2000"/>
            </a:lvl3pPr>
            <a:lvl4pPr indent="-365760" lvl="3" marL="1828800" algn="l">
              <a:lnSpc>
                <a:spcPct val="90000"/>
              </a:lnSpc>
              <a:spcBef>
                <a:spcPts val="1000"/>
              </a:spcBef>
              <a:spcAft>
                <a:spcPts val="0"/>
              </a:spcAft>
              <a:buSzPts val="2160"/>
              <a:buChar char="•"/>
              <a:defRPr sz="1800"/>
            </a:lvl4pPr>
            <a:lvl5pPr indent="-317500" lvl="4" marL="2286000" algn="l">
              <a:lnSpc>
                <a:spcPct val="90000"/>
              </a:lnSpc>
              <a:spcBef>
                <a:spcPts val="1000"/>
              </a:spcBef>
              <a:spcAft>
                <a:spcPts val="0"/>
              </a:spcAft>
              <a:buSzPts val="1400"/>
              <a:buAutoNum type="arabicPeriod"/>
              <a:defRPr sz="1400"/>
            </a:lvl5pPr>
            <a:lvl6pPr indent="-335280" lvl="5" marL="2743200" algn="l">
              <a:lnSpc>
                <a:spcPct val="90000"/>
              </a:lnSpc>
              <a:spcBef>
                <a:spcPts val="1000"/>
              </a:spcBef>
              <a:spcAft>
                <a:spcPts val="0"/>
              </a:spcAft>
              <a:buSzPts val="1680"/>
              <a:buChar char="•"/>
              <a:defRPr sz="1400"/>
            </a:lvl6pPr>
            <a:lvl7pPr indent="-335280" lvl="6" marL="3200400" algn="l">
              <a:lnSpc>
                <a:spcPct val="90000"/>
              </a:lnSpc>
              <a:spcBef>
                <a:spcPts val="1000"/>
              </a:spcBef>
              <a:spcAft>
                <a:spcPts val="0"/>
              </a:spcAft>
              <a:buSzPts val="1680"/>
              <a:buChar char="•"/>
              <a:defRPr sz="1400"/>
            </a:lvl7pPr>
            <a:lvl8pPr indent="-312420" lvl="7" marL="3657600" algn="l">
              <a:lnSpc>
                <a:spcPct val="90000"/>
              </a:lnSpc>
              <a:spcBef>
                <a:spcPts val="1000"/>
              </a:spcBef>
              <a:spcAft>
                <a:spcPts val="0"/>
              </a:spcAft>
              <a:buSzPts val="1320"/>
              <a:buChar char="•"/>
              <a:defRPr sz="1100"/>
            </a:lvl8pPr>
            <a:lvl9pPr indent="-304800" lvl="8" marL="4114800" algn="l">
              <a:lnSpc>
                <a:spcPct val="90000"/>
              </a:lnSpc>
              <a:spcBef>
                <a:spcPts val="1000"/>
              </a:spcBef>
              <a:spcAft>
                <a:spcPts val="0"/>
              </a:spcAft>
              <a:buClr>
                <a:schemeClr val="dk1"/>
              </a:buClr>
              <a:buSzPts val="1200"/>
              <a:buFont typeface="Arial"/>
              <a:buChar char="•"/>
              <a:defRPr sz="1000"/>
            </a:lvl9pPr>
          </a:lstStyle>
          <a:p/>
        </p:txBody>
      </p:sp>
      <p:grpSp>
        <p:nvGrpSpPr>
          <p:cNvPr id="639" name="Google Shape;639;p56"/>
          <p:cNvGrpSpPr/>
          <p:nvPr/>
        </p:nvGrpSpPr>
        <p:grpSpPr>
          <a:xfrm>
            <a:off x="11407071" y="476250"/>
            <a:ext cx="213430" cy="571500"/>
            <a:chOff x="4249" y="1683"/>
            <a:chExt cx="695" cy="1861"/>
          </a:xfrm>
        </p:grpSpPr>
        <p:sp>
          <p:nvSpPr>
            <p:cNvPr id="640" name="Google Shape;640;p56"/>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641" name="Google Shape;641;p56"/>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ve Data">
  <p:cSld name="Live Data">
    <p:bg>
      <p:bgPr>
        <a:gradFill>
          <a:gsLst>
            <a:gs pos="0">
              <a:schemeClr val="accent2"/>
            </a:gs>
            <a:gs pos="100000">
              <a:schemeClr val="dk2"/>
            </a:gs>
          </a:gsLst>
          <a:lin ang="5400000" scaled="0"/>
        </a:gradFill>
      </p:bgPr>
    </p:bg>
    <p:spTree>
      <p:nvGrpSpPr>
        <p:cNvPr id="642" name="Shape 642"/>
        <p:cNvGrpSpPr/>
        <p:nvPr/>
      </p:nvGrpSpPr>
      <p:grpSpPr>
        <a:xfrm>
          <a:off x="0" y="0"/>
          <a:ext cx="0" cy="0"/>
          <a:chOff x="0" y="0"/>
          <a:chExt cx="0" cy="0"/>
        </a:xfrm>
      </p:grpSpPr>
      <p:pic>
        <p:nvPicPr>
          <p:cNvPr descr="Background pattern&#10;&#10;Description automatically generated" id="643" name="Google Shape;643;p57"/>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644" name="Google Shape;644;p57"/>
          <p:cNvSpPr/>
          <p:nvPr/>
        </p:nvSpPr>
        <p:spPr>
          <a:xfrm>
            <a:off x="635000" y="-1"/>
            <a:ext cx="11557000" cy="6858001"/>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45" name="Google Shape;645;p57"/>
          <p:cNvSpPr/>
          <p:nvPr/>
        </p:nvSpPr>
        <p:spPr>
          <a:xfrm>
            <a:off x="285750" y="0"/>
            <a:ext cx="44767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46" name="Google Shape;646;p57"/>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7" name="Google Shape;647;p57"/>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8" name="Google Shape;648;p57"/>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649" name="Google Shape;649;p57"/>
          <p:cNvSpPr txBox="1"/>
          <p:nvPr>
            <p:ph idx="1" type="body"/>
          </p:nvPr>
        </p:nvSpPr>
        <p:spPr>
          <a:xfrm>
            <a:off x="571499" y="1524000"/>
            <a:ext cx="4063999" cy="4762500"/>
          </a:xfrm>
          <a:prstGeom prst="rect">
            <a:avLst/>
          </a:prstGeom>
          <a:noFill/>
          <a:ln>
            <a:noFill/>
          </a:ln>
        </p:spPr>
        <p:txBody>
          <a:bodyPr anchorCtr="0" anchor="t" bIns="0" lIns="0" spcFirstLastPara="1" rIns="0" wrap="square" tIns="0">
            <a:normAutofit/>
          </a:bodyPr>
          <a:lstStyle>
            <a:lvl1pPr indent="-381000" lvl="0" marL="457200" algn="l">
              <a:lnSpc>
                <a:spcPct val="90000"/>
              </a:lnSpc>
              <a:spcBef>
                <a:spcPts val="1000"/>
              </a:spcBef>
              <a:spcAft>
                <a:spcPts val="0"/>
              </a:spcAft>
              <a:buSzPts val="240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650" name="Google Shape;650;p57"/>
          <p:cNvSpPr txBox="1"/>
          <p:nvPr>
            <p:ph type="title"/>
          </p:nvPr>
        </p:nvSpPr>
        <p:spPr>
          <a:xfrm>
            <a:off x="571500" y="381000"/>
            <a:ext cx="4064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651" name="Google Shape;651;p57"/>
          <p:cNvGrpSpPr/>
          <p:nvPr/>
        </p:nvGrpSpPr>
        <p:grpSpPr>
          <a:xfrm>
            <a:off x="11407071" y="476250"/>
            <a:ext cx="213430" cy="571500"/>
            <a:chOff x="4249" y="1683"/>
            <a:chExt cx="695" cy="1861"/>
          </a:xfrm>
        </p:grpSpPr>
        <p:sp>
          <p:nvSpPr>
            <p:cNvPr id="652" name="Google Shape;652;p57"/>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653" name="Google Shape;653;p57"/>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654" name="Google Shape;654;p57"/>
          <p:cNvSpPr/>
          <p:nvPr>
            <p:ph idx="2" type="chart"/>
          </p:nvPr>
        </p:nvSpPr>
        <p:spPr>
          <a:xfrm>
            <a:off x="5048249" y="1142997"/>
            <a:ext cx="6572251" cy="5143503"/>
          </a:xfrm>
          <a:prstGeom prst="rect">
            <a:avLst/>
          </a:prstGeom>
          <a:noFill/>
          <a:ln>
            <a:noFill/>
          </a:ln>
        </p:spPr>
        <p:txBody>
          <a:bodyPr anchorCtr="0" anchor="ctr" bIns="0" lIns="0" spcFirstLastPara="1" rIns="0" wrap="square" tIns="1008000">
            <a:normAutofit/>
          </a:bodyPr>
          <a:lstStyle>
            <a:lvl1pPr lvl="0" marR="0" rtl="0" algn="ctr">
              <a:lnSpc>
                <a:spcPct val="90000"/>
              </a:lnSpc>
              <a:spcBef>
                <a:spcPts val="1000"/>
              </a:spcBef>
              <a:spcAft>
                <a:spcPts val="0"/>
              </a:spcAft>
              <a:buClr>
                <a:schemeClr val="dk2"/>
              </a:buClr>
              <a:buSzPts val="2160"/>
              <a:buFont typeface="Calibri"/>
              <a:buNone/>
              <a:defRPr b="0" i="0" sz="1800" u="none" cap="none" strike="noStrike">
                <a:solidFill>
                  <a:schemeClr val="dk1"/>
                </a:solidFill>
                <a:latin typeface="Verdana"/>
                <a:ea typeface="Verdana"/>
                <a:cs typeface="Verdana"/>
                <a:sym typeface="Verdana"/>
              </a:defRPr>
            </a:lvl1pPr>
            <a:lvl2pPr lvl="1" marR="0" rtl="0" algn="l">
              <a:lnSpc>
                <a:spcPct val="90000"/>
              </a:lnSpc>
              <a:spcBef>
                <a:spcPts val="1000"/>
              </a:spcBef>
              <a:spcAft>
                <a:spcPts val="0"/>
              </a:spcAft>
              <a:buClr>
                <a:schemeClr val="dk2"/>
              </a:buClr>
              <a:buSzPts val="2160"/>
              <a:buFont typeface="Calibri"/>
              <a:buChar char="•"/>
              <a:defRPr b="0" i="0" sz="1800" u="none" cap="none" strike="noStrike">
                <a:solidFill>
                  <a:schemeClr val="dk1"/>
                </a:solidFill>
                <a:latin typeface="Verdana"/>
                <a:ea typeface="Verdana"/>
                <a:cs typeface="Verdana"/>
                <a:sym typeface="Verdana"/>
              </a:defRPr>
            </a:lvl2pPr>
            <a:lvl3pPr lvl="2" marR="0" rtl="0" algn="l">
              <a:lnSpc>
                <a:spcPct val="90000"/>
              </a:lnSpc>
              <a:spcBef>
                <a:spcPts val="1000"/>
              </a:spcBef>
              <a:spcAft>
                <a:spcPts val="0"/>
              </a:spcAft>
              <a:buClr>
                <a:schemeClr val="dk2"/>
              </a:buClr>
              <a:buSzPts val="1920"/>
              <a:buFont typeface="Calibri"/>
              <a:buChar char="•"/>
              <a:defRPr b="0" i="0" sz="1600" u="none" cap="none" strike="noStrike">
                <a:solidFill>
                  <a:schemeClr val="dk1"/>
                </a:solidFill>
                <a:latin typeface="Verdana"/>
                <a:ea typeface="Verdana"/>
                <a:cs typeface="Verdana"/>
                <a:sym typeface="Verdana"/>
              </a:defRPr>
            </a:lvl3pPr>
            <a:lvl4pPr lvl="3" marR="0" rtl="0" algn="l">
              <a:lnSpc>
                <a:spcPct val="90000"/>
              </a:lnSpc>
              <a:spcBef>
                <a:spcPts val="1000"/>
              </a:spcBef>
              <a:spcAft>
                <a:spcPts val="0"/>
              </a:spcAft>
              <a:buClr>
                <a:schemeClr val="dk2"/>
              </a:buClr>
              <a:buSzPts val="1680"/>
              <a:buFont typeface="Calibri"/>
              <a:buChar char="•"/>
              <a:defRPr b="0" i="0" sz="1400" u="none" cap="none" strike="noStrike">
                <a:solidFill>
                  <a:schemeClr val="dk1"/>
                </a:solidFill>
                <a:latin typeface="Verdana"/>
                <a:ea typeface="Verdana"/>
                <a:cs typeface="Verdana"/>
                <a:sym typeface="Verdana"/>
              </a:defRPr>
            </a:lvl4pPr>
            <a:lvl5pPr lvl="4" marR="0" rtl="0" algn="l">
              <a:lnSpc>
                <a:spcPct val="90000"/>
              </a:lnSpc>
              <a:spcBef>
                <a:spcPts val="1000"/>
              </a:spcBef>
              <a:spcAft>
                <a:spcPts val="0"/>
              </a:spcAft>
              <a:buClr>
                <a:schemeClr val="dk2"/>
              </a:buClr>
              <a:buSzPts val="1400"/>
              <a:buFont typeface="Arial"/>
              <a:buAutoNum type="arabicPeriod"/>
              <a:defRPr b="0" i="0" sz="1400" u="none" cap="none" strike="noStrike">
                <a:solidFill>
                  <a:schemeClr val="dk1"/>
                </a:solidFill>
                <a:latin typeface="Verdana"/>
                <a:ea typeface="Verdana"/>
                <a:cs typeface="Verdana"/>
                <a:sym typeface="Verdana"/>
              </a:defRPr>
            </a:lvl5pPr>
            <a:lvl6pPr lvl="5" marR="0" rtl="0" algn="l">
              <a:lnSpc>
                <a:spcPct val="90000"/>
              </a:lnSpc>
              <a:spcBef>
                <a:spcPts val="1000"/>
              </a:spcBef>
              <a:spcAft>
                <a:spcPts val="0"/>
              </a:spcAft>
              <a:buClr>
                <a:schemeClr val="accent6"/>
              </a:buClr>
              <a:buSzPts val="1680"/>
              <a:buFont typeface="Calibri"/>
              <a:buChar char="•"/>
              <a:defRPr b="0" i="0" sz="1400" u="none" cap="none" strike="noStrike">
                <a:solidFill>
                  <a:schemeClr val="dk1"/>
                </a:solidFill>
                <a:latin typeface="Verdana"/>
                <a:ea typeface="Verdana"/>
                <a:cs typeface="Verdana"/>
                <a:sym typeface="Verdana"/>
              </a:defRPr>
            </a:lvl6pPr>
            <a:lvl7pPr lvl="6" marR="0" rtl="0" algn="l">
              <a:lnSpc>
                <a:spcPct val="90000"/>
              </a:lnSpc>
              <a:spcBef>
                <a:spcPts val="1000"/>
              </a:spcBef>
              <a:spcAft>
                <a:spcPts val="0"/>
              </a:spcAft>
              <a:buClr>
                <a:schemeClr val="accent1"/>
              </a:buClr>
              <a:buSzPts val="1680"/>
              <a:buFont typeface="Calibri"/>
              <a:buChar char="•"/>
              <a:defRPr b="0" i="0" sz="1400" u="none" cap="none" strike="noStrike">
                <a:solidFill>
                  <a:schemeClr val="dk1"/>
                </a:solidFill>
                <a:latin typeface="Verdana"/>
                <a:ea typeface="Verdana"/>
                <a:cs typeface="Verdana"/>
                <a:sym typeface="Verdana"/>
              </a:defRPr>
            </a:lvl7pPr>
            <a:lvl8pPr lvl="7" marR="0" rtl="0" algn="l">
              <a:lnSpc>
                <a:spcPct val="90000"/>
              </a:lnSpc>
              <a:spcBef>
                <a:spcPts val="1000"/>
              </a:spcBef>
              <a:spcAft>
                <a:spcPts val="0"/>
              </a:spcAft>
              <a:buClr>
                <a:schemeClr val="accent6"/>
              </a:buClr>
              <a:buSzPts val="1440"/>
              <a:buFont typeface="Calibri"/>
              <a:buChar char="•"/>
              <a:defRPr b="1" i="0" sz="1200" u="none" cap="none" strike="noStrike">
                <a:solidFill>
                  <a:schemeClr val="accent6"/>
                </a:solidFill>
                <a:latin typeface="Verdana"/>
                <a:ea typeface="Verdana"/>
                <a:cs typeface="Verdana"/>
                <a:sym typeface="Verdana"/>
              </a:defRPr>
            </a:lvl8pPr>
            <a:lvl9pPr lvl="8" marR="0" rtl="0" algn="l">
              <a:lnSpc>
                <a:spcPct val="90000"/>
              </a:lnSpc>
              <a:spcBef>
                <a:spcPts val="1000"/>
              </a:spcBef>
              <a:spcAft>
                <a:spcPts val="0"/>
              </a:spcAft>
              <a:buClr>
                <a:schemeClr val="dk1"/>
              </a:buClr>
              <a:buSzPts val="1200"/>
              <a:buFont typeface="Calibri"/>
              <a:buChar char="•"/>
              <a:defRPr b="0" i="0" sz="1000"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ve Data (option B)">
  <p:cSld name="Live Data (option B)">
    <p:bg>
      <p:bgPr>
        <a:gradFill>
          <a:gsLst>
            <a:gs pos="0">
              <a:schemeClr val="accent2"/>
            </a:gs>
            <a:gs pos="100000">
              <a:schemeClr val="dk2"/>
            </a:gs>
          </a:gsLst>
          <a:lin ang="5400000" scaled="0"/>
        </a:gradFill>
      </p:bgPr>
    </p:bg>
    <p:spTree>
      <p:nvGrpSpPr>
        <p:cNvPr id="655" name="Shape 655"/>
        <p:cNvGrpSpPr/>
        <p:nvPr/>
      </p:nvGrpSpPr>
      <p:grpSpPr>
        <a:xfrm>
          <a:off x="0" y="0"/>
          <a:ext cx="0" cy="0"/>
          <a:chOff x="0" y="0"/>
          <a:chExt cx="0" cy="0"/>
        </a:xfrm>
      </p:grpSpPr>
      <p:pic>
        <p:nvPicPr>
          <p:cNvPr descr="Background pattern&#10;&#10;Description automatically generated" id="656" name="Google Shape;656;p58"/>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657" name="Google Shape;657;p58"/>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58" name="Google Shape;658;p58"/>
          <p:cNvSpPr txBox="1"/>
          <p:nvPr>
            <p:ph type="title"/>
          </p:nvPr>
        </p:nvSpPr>
        <p:spPr>
          <a:xfrm>
            <a:off x="571500" y="381000"/>
            <a:ext cx="11049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9" name="Google Shape;659;p58"/>
          <p:cNvSpPr txBox="1"/>
          <p:nvPr>
            <p:ph idx="1" type="body"/>
          </p:nvPr>
        </p:nvSpPr>
        <p:spPr>
          <a:xfrm>
            <a:off x="571500" y="5016500"/>
            <a:ext cx="5461000" cy="1270000"/>
          </a:xfrm>
          <a:prstGeom prst="rect">
            <a:avLst/>
          </a:prstGeom>
          <a:noFill/>
          <a:ln>
            <a:noFill/>
          </a:ln>
        </p:spPr>
        <p:txBody>
          <a:bodyPr anchorCtr="0" anchor="t" bIns="0" lIns="0" spcFirstLastPara="1" rIns="0" wrap="square" tIns="90000">
            <a:normAutofit/>
          </a:bodyPr>
          <a:lstStyle>
            <a:lvl1pPr indent="-228600" lvl="0" marL="457200" algn="l">
              <a:lnSpc>
                <a:spcPct val="90000"/>
              </a:lnSpc>
              <a:spcBef>
                <a:spcPts val="1000"/>
              </a:spcBef>
              <a:spcAft>
                <a:spcPts val="0"/>
              </a:spcAft>
              <a:buSzPts val="1680"/>
              <a:buNone/>
              <a:defRPr b="0" sz="1400"/>
            </a:lvl1pPr>
            <a:lvl2pPr indent="-228600" lvl="1" marL="914400" algn="l">
              <a:lnSpc>
                <a:spcPct val="90000"/>
              </a:lnSpc>
              <a:spcBef>
                <a:spcPts val="1000"/>
              </a:spcBef>
              <a:spcAft>
                <a:spcPts val="0"/>
              </a:spcAft>
              <a:buSzPts val="2400"/>
              <a:buNone/>
              <a:defRPr b="1" sz="2000"/>
            </a:lvl2pPr>
            <a:lvl3pPr indent="-228600" lvl="2" marL="1371600" algn="l">
              <a:lnSpc>
                <a:spcPct val="90000"/>
              </a:lnSpc>
              <a:spcBef>
                <a:spcPts val="1000"/>
              </a:spcBef>
              <a:spcAft>
                <a:spcPts val="0"/>
              </a:spcAft>
              <a:buSzPts val="2160"/>
              <a:buNone/>
              <a:defRPr b="1" sz="1800"/>
            </a:lvl3pPr>
            <a:lvl4pPr indent="-228600" lvl="3" marL="1828800" algn="l">
              <a:lnSpc>
                <a:spcPct val="90000"/>
              </a:lnSpc>
              <a:spcBef>
                <a:spcPts val="1000"/>
              </a:spcBef>
              <a:spcAft>
                <a:spcPts val="0"/>
              </a:spcAft>
              <a:buSzPts val="1920"/>
              <a:buNone/>
              <a:defRPr b="1" sz="1600"/>
            </a:lvl4pPr>
            <a:lvl5pPr indent="-228600" lvl="4" marL="2286000" algn="l">
              <a:lnSpc>
                <a:spcPct val="90000"/>
              </a:lnSpc>
              <a:spcBef>
                <a:spcPts val="1000"/>
              </a:spcBef>
              <a:spcAft>
                <a:spcPts val="0"/>
              </a:spcAft>
              <a:buSzPts val="1600"/>
              <a:buNone/>
              <a:defRPr b="1" sz="1600"/>
            </a:lvl5pPr>
            <a:lvl6pPr indent="-228600" lvl="5" marL="2743200" algn="l">
              <a:lnSpc>
                <a:spcPct val="90000"/>
              </a:lnSpc>
              <a:spcBef>
                <a:spcPts val="1000"/>
              </a:spcBef>
              <a:spcAft>
                <a:spcPts val="0"/>
              </a:spcAft>
              <a:buSzPts val="1920"/>
              <a:buNone/>
              <a:defRPr b="1" sz="1600"/>
            </a:lvl6pPr>
            <a:lvl7pPr indent="-228600" lvl="6" marL="3200400" algn="l">
              <a:lnSpc>
                <a:spcPct val="90000"/>
              </a:lnSpc>
              <a:spcBef>
                <a:spcPts val="1000"/>
              </a:spcBef>
              <a:spcAft>
                <a:spcPts val="0"/>
              </a:spcAft>
              <a:buSzPts val="1920"/>
              <a:buNone/>
              <a:defRPr b="1" sz="1600"/>
            </a:lvl7pPr>
            <a:lvl8pPr indent="-228600" lvl="7" marL="3657600" algn="l">
              <a:lnSpc>
                <a:spcPct val="90000"/>
              </a:lnSpc>
              <a:spcBef>
                <a:spcPts val="1000"/>
              </a:spcBef>
              <a:spcAft>
                <a:spcPts val="0"/>
              </a:spcAft>
              <a:buSzPts val="1920"/>
              <a:buNone/>
              <a:defRPr b="1" sz="1600"/>
            </a:lvl8pPr>
            <a:lvl9pPr indent="-228600" lvl="8" marL="4114800" algn="l">
              <a:lnSpc>
                <a:spcPct val="90000"/>
              </a:lnSpc>
              <a:spcBef>
                <a:spcPts val="1000"/>
              </a:spcBef>
              <a:spcAft>
                <a:spcPts val="0"/>
              </a:spcAft>
              <a:buClr>
                <a:schemeClr val="dk1"/>
              </a:buClr>
              <a:buSzPts val="1920"/>
              <a:buNone/>
              <a:defRPr b="1" sz="1600"/>
            </a:lvl9pPr>
          </a:lstStyle>
          <a:p/>
        </p:txBody>
      </p:sp>
      <p:sp>
        <p:nvSpPr>
          <p:cNvPr id="660" name="Google Shape;660;p58"/>
          <p:cNvSpPr txBox="1"/>
          <p:nvPr>
            <p:ph idx="2" type="body"/>
          </p:nvPr>
        </p:nvSpPr>
        <p:spPr>
          <a:xfrm>
            <a:off x="6159502" y="5016499"/>
            <a:ext cx="5460998" cy="1270000"/>
          </a:xfrm>
          <a:prstGeom prst="rect">
            <a:avLst/>
          </a:prstGeom>
          <a:noFill/>
          <a:ln>
            <a:noFill/>
          </a:ln>
        </p:spPr>
        <p:txBody>
          <a:bodyPr anchorCtr="0" anchor="t" bIns="0" lIns="0" spcFirstLastPara="1" rIns="0" wrap="square" tIns="90000">
            <a:normAutofit/>
          </a:bodyPr>
          <a:lstStyle>
            <a:lvl1pPr indent="-228600" lvl="0" marL="457200" algn="l">
              <a:lnSpc>
                <a:spcPct val="90000"/>
              </a:lnSpc>
              <a:spcBef>
                <a:spcPts val="1000"/>
              </a:spcBef>
              <a:spcAft>
                <a:spcPts val="0"/>
              </a:spcAft>
              <a:buSzPts val="1680"/>
              <a:buNone/>
              <a:defRPr b="0" sz="1400"/>
            </a:lvl1pPr>
            <a:lvl2pPr indent="-228600" lvl="1" marL="914400" algn="l">
              <a:lnSpc>
                <a:spcPct val="90000"/>
              </a:lnSpc>
              <a:spcBef>
                <a:spcPts val="1000"/>
              </a:spcBef>
              <a:spcAft>
                <a:spcPts val="0"/>
              </a:spcAft>
              <a:buSzPts val="2400"/>
              <a:buNone/>
              <a:defRPr b="1" sz="2000"/>
            </a:lvl2pPr>
            <a:lvl3pPr indent="-228600" lvl="2" marL="1371600" algn="l">
              <a:lnSpc>
                <a:spcPct val="90000"/>
              </a:lnSpc>
              <a:spcBef>
                <a:spcPts val="1000"/>
              </a:spcBef>
              <a:spcAft>
                <a:spcPts val="0"/>
              </a:spcAft>
              <a:buSzPts val="2160"/>
              <a:buNone/>
              <a:defRPr b="1" sz="1800"/>
            </a:lvl3pPr>
            <a:lvl4pPr indent="-228600" lvl="3" marL="1828800" algn="l">
              <a:lnSpc>
                <a:spcPct val="90000"/>
              </a:lnSpc>
              <a:spcBef>
                <a:spcPts val="1000"/>
              </a:spcBef>
              <a:spcAft>
                <a:spcPts val="0"/>
              </a:spcAft>
              <a:buSzPts val="1920"/>
              <a:buNone/>
              <a:defRPr b="1" sz="1600"/>
            </a:lvl4pPr>
            <a:lvl5pPr indent="-228600" lvl="4" marL="2286000" algn="l">
              <a:lnSpc>
                <a:spcPct val="90000"/>
              </a:lnSpc>
              <a:spcBef>
                <a:spcPts val="1000"/>
              </a:spcBef>
              <a:spcAft>
                <a:spcPts val="0"/>
              </a:spcAft>
              <a:buSzPts val="1600"/>
              <a:buNone/>
              <a:defRPr b="1" sz="1600"/>
            </a:lvl5pPr>
            <a:lvl6pPr indent="-228600" lvl="5" marL="2743200" algn="l">
              <a:lnSpc>
                <a:spcPct val="90000"/>
              </a:lnSpc>
              <a:spcBef>
                <a:spcPts val="1000"/>
              </a:spcBef>
              <a:spcAft>
                <a:spcPts val="0"/>
              </a:spcAft>
              <a:buSzPts val="1920"/>
              <a:buNone/>
              <a:defRPr b="1" sz="1600"/>
            </a:lvl6pPr>
            <a:lvl7pPr indent="-228600" lvl="6" marL="3200400" algn="l">
              <a:lnSpc>
                <a:spcPct val="90000"/>
              </a:lnSpc>
              <a:spcBef>
                <a:spcPts val="1000"/>
              </a:spcBef>
              <a:spcAft>
                <a:spcPts val="0"/>
              </a:spcAft>
              <a:buSzPts val="1920"/>
              <a:buNone/>
              <a:defRPr b="1" sz="1600"/>
            </a:lvl7pPr>
            <a:lvl8pPr indent="-228600" lvl="7" marL="3657600" algn="l">
              <a:lnSpc>
                <a:spcPct val="90000"/>
              </a:lnSpc>
              <a:spcBef>
                <a:spcPts val="1000"/>
              </a:spcBef>
              <a:spcAft>
                <a:spcPts val="0"/>
              </a:spcAft>
              <a:buSzPts val="1920"/>
              <a:buNone/>
              <a:defRPr b="1" sz="1600"/>
            </a:lvl8pPr>
            <a:lvl9pPr indent="-228600" lvl="8" marL="4114800" algn="l">
              <a:lnSpc>
                <a:spcPct val="90000"/>
              </a:lnSpc>
              <a:spcBef>
                <a:spcPts val="1000"/>
              </a:spcBef>
              <a:spcAft>
                <a:spcPts val="0"/>
              </a:spcAft>
              <a:buClr>
                <a:schemeClr val="dk1"/>
              </a:buClr>
              <a:buSzPts val="1920"/>
              <a:buNone/>
              <a:defRPr b="1" sz="1600"/>
            </a:lvl9pPr>
          </a:lstStyle>
          <a:p/>
        </p:txBody>
      </p:sp>
      <p:sp>
        <p:nvSpPr>
          <p:cNvPr id="661" name="Google Shape;661;p58"/>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2" name="Google Shape;662;p58"/>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3" name="Google Shape;663;p58"/>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664" name="Google Shape;664;p58"/>
          <p:cNvGrpSpPr/>
          <p:nvPr/>
        </p:nvGrpSpPr>
        <p:grpSpPr>
          <a:xfrm>
            <a:off x="11407071" y="476250"/>
            <a:ext cx="213430" cy="571500"/>
            <a:chOff x="4249" y="1683"/>
            <a:chExt cx="695" cy="1861"/>
          </a:xfrm>
        </p:grpSpPr>
        <p:sp>
          <p:nvSpPr>
            <p:cNvPr id="665" name="Google Shape;665;p58"/>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666" name="Google Shape;666;p58"/>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667" name="Google Shape;667;p58"/>
          <p:cNvSpPr/>
          <p:nvPr/>
        </p:nvSpPr>
        <p:spPr>
          <a:xfrm>
            <a:off x="571500" y="1524000"/>
            <a:ext cx="11048999" cy="3365500"/>
          </a:xfrm>
          <a:prstGeom prst="rect">
            <a:avLst/>
          </a:prstGeom>
          <a:solidFill>
            <a:schemeClr val="lt2"/>
          </a:solidFill>
          <a:ln>
            <a:noFill/>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1600">
              <a:solidFill>
                <a:schemeClr val="lt1"/>
              </a:solidFill>
              <a:latin typeface="Verdana"/>
              <a:ea typeface="Verdana"/>
              <a:cs typeface="Verdana"/>
              <a:sym typeface="Verdana"/>
            </a:endParaRPr>
          </a:p>
        </p:txBody>
      </p:sp>
      <p:sp>
        <p:nvSpPr>
          <p:cNvPr id="668" name="Google Shape;668;p58"/>
          <p:cNvSpPr/>
          <p:nvPr>
            <p:ph idx="3" type="chart"/>
          </p:nvPr>
        </p:nvSpPr>
        <p:spPr>
          <a:xfrm>
            <a:off x="698500" y="1650999"/>
            <a:ext cx="10795001" cy="3111499"/>
          </a:xfrm>
          <a:prstGeom prst="rect">
            <a:avLst/>
          </a:prstGeom>
          <a:solidFill>
            <a:schemeClr val="lt1"/>
          </a:solidFill>
          <a:ln>
            <a:noFill/>
          </a:ln>
        </p:spPr>
        <p:txBody>
          <a:bodyPr anchorCtr="0" anchor="ctr" bIns="0" lIns="0" spcFirstLastPara="1" rIns="0" wrap="square" tIns="1008000">
            <a:normAutofit/>
          </a:bodyPr>
          <a:lstStyle>
            <a:lvl1pPr lvl="0" marR="0" rtl="0" algn="ctr">
              <a:lnSpc>
                <a:spcPct val="90000"/>
              </a:lnSpc>
              <a:spcBef>
                <a:spcPts val="1000"/>
              </a:spcBef>
              <a:spcAft>
                <a:spcPts val="0"/>
              </a:spcAft>
              <a:buClr>
                <a:schemeClr val="dk2"/>
              </a:buClr>
              <a:buSzPts val="2160"/>
              <a:buFont typeface="Calibri"/>
              <a:buNone/>
              <a:defRPr b="0" i="0" sz="1800" u="none" cap="none" strike="noStrike">
                <a:solidFill>
                  <a:schemeClr val="dk1"/>
                </a:solidFill>
                <a:latin typeface="Verdana"/>
                <a:ea typeface="Verdana"/>
                <a:cs typeface="Verdana"/>
                <a:sym typeface="Verdana"/>
              </a:defRPr>
            </a:lvl1pPr>
            <a:lvl2pPr lvl="1" marR="0" rtl="0" algn="l">
              <a:lnSpc>
                <a:spcPct val="90000"/>
              </a:lnSpc>
              <a:spcBef>
                <a:spcPts val="1000"/>
              </a:spcBef>
              <a:spcAft>
                <a:spcPts val="0"/>
              </a:spcAft>
              <a:buClr>
                <a:schemeClr val="dk2"/>
              </a:buClr>
              <a:buSzPts val="2160"/>
              <a:buFont typeface="Calibri"/>
              <a:buChar char="•"/>
              <a:defRPr b="0" i="0" sz="1800" u="none" cap="none" strike="noStrike">
                <a:solidFill>
                  <a:schemeClr val="dk1"/>
                </a:solidFill>
                <a:latin typeface="Verdana"/>
                <a:ea typeface="Verdana"/>
                <a:cs typeface="Verdana"/>
                <a:sym typeface="Verdana"/>
              </a:defRPr>
            </a:lvl2pPr>
            <a:lvl3pPr lvl="2" marR="0" rtl="0" algn="l">
              <a:lnSpc>
                <a:spcPct val="90000"/>
              </a:lnSpc>
              <a:spcBef>
                <a:spcPts val="1000"/>
              </a:spcBef>
              <a:spcAft>
                <a:spcPts val="0"/>
              </a:spcAft>
              <a:buClr>
                <a:schemeClr val="dk2"/>
              </a:buClr>
              <a:buSzPts val="1920"/>
              <a:buFont typeface="Calibri"/>
              <a:buChar char="•"/>
              <a:defRPr b="0" i="0" sz="1600" u="none" cap="none" strike="noStrike">
                <a:solidFill>
                  <a:schemeClr val="dk1"/>
                </a:solidFill>
                <a:latin typeface="Verdana"/>
                <a:ea typeface="Verdana"/>
                <a:cs typeface="Verdana"/>
                <a:sym typeface="Verdana"/>
              </a:defRPr>
            </a:lvl3pPr>
            <a:lvl4pPr lvl="3" marR="0" rtl="0" algn="l">
              <a:lnSpc>
                <a:spcPct val="90000"/>
              </a:lnSpc>
              <a:spcBef>
                <a:spcPts val="1000"/>
              </a:spcBef>
              <a:spcAft>
                <a:spcPts val="0"/>
              </a:spcAft>
              <a:buClr>
                <a:schemeClr val="dk2"/>
              </a:buClr>
              <a:buSzPts val="1680"/>
              <a:buFont typeface="Calibri"/>
              <a:buChar char="•"/>
              <a:defRPr b="0" i="0" sz="1400" u="none" cap="none" strike="noStrike">
                <a:solidFill>
                  <a:schemeClr val="dk1"/>
                </a:solidFill>
                <a:latin typeface="Verdana"/>
                <a:ea typeface="Verdana"/>
                <a:cs typeface="Verdana"/>
                <a:sym typeface="Verdana"/>
              </a:defRPr>
            </a:lvl4pPr>
            <a:lvl5pPr lvl="4" marR="0" rtl="0" algn="l">
              <a:lnSpc>
                <a:spcPct val="90000"/>
              </a:lnSpc>
              <a:spcBef>
                <a:spcPts val="1000"/>
              </a:spcBef>
              <a:spcAft>
                <a:spcPts val="0"/>
              </a:spcAft>
              <a:buClr>
                <a:schemeClr val="dk2"/>
              </a:buClr>
              <a:buSzPts val="1400"/>
              <a:buFont typeface="Arial"/>
              <a:buAutoNum type="arabicPeriod"/>
              <a:defRPr b="0" i="0" sz="1400" u="none" cap="none" strike="noStrike">
                <a:solidFill>
                  <a:schemeClr val="dk1"/>
                </a:solidFill>
                <a:latin typeface="Verdana"/>
                <a:ea typeface="Verdana"/>
                <a:cs typeface="Verdana"/>
                <a:sym typeface="Verdana"/>
              </a:defRPr>
            </a:lvl5pPr>
            <a:lvl6pPr lvl="5" marR="0" rtl="0" algn="l">
              <a:lnSpc>
                <a:spcPct val="90000"/>
              </a:lnSpc>
              <a:spcBef>
                <a:spcPts val="1000"/>
              </a:spcBef>
              <a:spcAft>
                <a:spcPts val="0"/>
              </a:spcAft>
              <a:buClr>
                <a:schemeClr val="accent6"/>
              </a:buClr>
              <a:buSzPts val="1680"/>
              <a:buFont typeface="Calibri"/>
              <a:buChar char="•"/>
              <a:defRPr b="0" i="0" sz="1400" u="none" cap="none" strike="noStrike">
                <a:solidFill>
                  <a:schemeClr val="dk1"/>
                </a:solidFill>
                <a:latin typeface="Verdana"/>
                <a:ea typeface="Verdana"/>
                <a:cs typeface="Verdana"/>
                <a:sym typeface="Verdana"/>
              </a:defRPr>
            </a:lvl6pPr>
            <a:lvl7pPr lvl="6" marR="0" rtl="0" algn="l">
              <a:lnSpc>
                <a:spcPct val="90000"/>
              </a:lnSpc>
              <a:spcBef>
                <a:spcPts val="1000"/>
              </a:spcBef>
              <a:spcAft>
                <a:spcPts val="0"/>
              </a:spcAft>
              <a:buClr>
                <a:schemeClr val="accent1"/>
              </a:buClr>
              <a:buSzPts val="1680"/>
              <a:buFont typeface="Calibri"/>
              <a:buChar char="•"/>
              <a:defRPr b="0" i="0" sz="1400" u="none" cap="none" strike="noStrike">
                <a:solidFill>
                  <a:schemeClr val="dk1"/>
                </a:solidFill>
                <a:latin typeface="Verdana"/>
                <a:ea typeface="Verdana"/>
                <a:cs typeface="Verdana"/>
                <a:sym typeface="Verdana"/>
              </a:defRPr>
            </a:lvl7pPr>
            <a:lvl8pPr lvl="7" marR="0" rtl="0" algn="l">
              <a:lnSpc>
                <a:spcPct val="90000"/>
              </a:lnSpc>
              <a:spcBef>
                <a:spcPts val="1000"/>
              </a:spcBef>
              <a:spcAft>
                <a:spcPts val="0"/>
              </a:spcAft>
              <a:buClr>
                <a:schemeClr val="accent6"/>
              </a:buClr>
              <a:buSzPts val="1440"/>
              <a:buFont typeface="Calibri"/>
              <a:buChar char="•"/>
              <a:defRPr b="1" i="0" sz="1200" u="none" cap="none" strike="noStrike">
                <a:solidFill>
                  <a:schemeClr val="accent6"/>
                </a:solidFill>
                <a:latin typeface="Verdana"/>
                <a:ea typeface="Verdana"/>
                <a:cs typeface="Verdana"/>
                <a:sym typeface="Verdana"/>
              </a:defRPr>
            </a:lvl8pPr>
            <a:lvl9pPr lvl="8" marR="0" rtl="0" algn="l">
              <a:lnSpc>
                <a:spcPct val="90000"/>
              </a:lnSpc>
              <a:spcBef>
                <a:spcPts val="1000"/>
              </a:spcBef>
              <a:spcAft>
                <a:spcPts val="0"/>
              </a:spcAft>
              <a:buClr>
                <a:schemeClr val="dk1"/>
              </a:buClr>
              <a:buSzPts val="1200"/>
              <a:buFont typeface="Calibri"/>
              <a:buChar char="•"/>
              <a:defRPr b="0" i="0" sz="1000"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ve Data (option C)">
  <p:cSld name="Live Data (option C)">
    <p:bg>
      <p:bgPr>
        <a:gradFill>
          <a:gsLst>
            <a:gs pos="0">
              <a:schemeClr val="accent2"/>
            </a:gs>
            <a:gs pos="100000">
              <a:schemeClr val="dk2"/>
            </a:gs>
          </a:gsLst>
          <a:lin ang="5400000" scaled="0"/>
        </a:gradFill>
      </p:bgPr>
    </p:bg>
    <p:spTree>
      <p:nvGrpSpPr>
        <p:cNvPr id="669" name="Shape 669"/>
        <p:cNvGrpSpPr/>
        <p:nvPr/>
      </p:nvGrpSpPr>
      <p:grpSpPr>
        <a:xfrm>
          <a:off x="0" y="0"/>
          <a:ext cx="0" cy="0"/>
          <a:chOff x="0" y="0"/>
          <a:chExt cx="0" cy="0"/>
        </a:xfrm>
      </p:grpSpPr>
      <p:pic>
        <p:nvPicPr>
          <p:cNvPr descr="Background pattern&#10;&#10;Description automatically generated" id="670" name="Google Shape;670;p59"/>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671" name="Google Shape;671;p59"/>
          <p:cNvSpPr/>
          <p:nvPr/>
        </p:nvSpPr>
        <p:spPr>
          <a:xfrm>
            <a:off x="285750" y="0"/>
            <a:ext cx="119062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72" name="Google Shape;672;p59"/>
          <p:cNvSpPr txBox="1"/>
          <p:nvPr>
            <p:ph type="title"/>
          </p:nvPr>
        </p:nvSpPr>
        <p:spPr>
          <a:xfrm>
            <a:off x="571500" y="381000"/>
            <a:ext cx="11049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3" name="Google Shape;673;p59"/>
          <p:cNvSpPr txBox="1"/>
          <p:nvPr>
            <p:ph idx="1" type="body"/>
          </p:nvPr>
        </p:nvSpPr>
        <p:spPr>
          <a:xfrm>
            <a:off x="571500" y="1524001"/>
            <a:ext cx="5461000" cy="5715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SzPts val="1440"/>
              <a:buNone/>
              <a:defRPr b="0" sz="1200"/>
            </a:lvl1pPr>
            <a:lvl2pPr indent="-228600" lvl="1" marL="914400" algn="l">
              <a:lnSpc>
                <a:spcPct val="90000"/>
              </a:lnSpc>
              <a:spcBef>
                <a:spcPts val="1000"/>
              </a:spcBef>
              <a:spcAft>
                <a:spcPts val="0"/>
              </a:spcAft>
              <a:buSzPts val="2400"/>
              <a:buNone/>
              <a:defRPr b="1" sz="2000"/>
            </a:lvl2pPr>
            <a:lvl3pPr indent="-228600" lvl="2" marL="1371600" algn="l">
              <a:lnSpc>
                <a:spcPct val="90000"/>
              </a:lnSpc>
              <a:spcBef>
                <a:spcPts val="1000"/>
              </a:spcBef>
              <a:spcAft>
                <a:spcPts val="0"/>
              </a:spcAft>
              <a:buSzPts val="2160"/>
              <a:buNone/>
              <a:defRPr b="1" sz="1800"/>
            </a:lvl3pPr>
            <a:lvl4pPr indent="-228600" lvl="3" marL="1828800" algn="l">
              <a:lnSpc>
                <a:spcPct val="90000"/>
              </a:lnSpc>
              <a:spcBef>
                <a:spcPts val="1000"/>
              </a:spcBef>
              <a:spcAft>
                <a:spcPts val="0"/>
              </a:spcAft>
              <a:buSzPts val="1920"/>
              <a:buNone/>
              <a:defRPr b="1" sz="1600"/>
            </a:lvl4pPr>
            <a:lvl5pPr indent="-228600" lvl="4" marL="2286000" algn="l">
              <a:lnSpc>
                <a:spcPct val="90000"/>
              </a:lnSpc>
              <a:spcBef>
                <a:spcPts val="1000"/>
              </a:spcBef>
              <a:spcAft>
                <a:spcPts val="0"/>
              </a:spcAft>
              <a:buSzPts val="1600"/>
              <a:buNone/>
              <a:defRPr b="1" sz="1600"/>
            </a:lvl5pPr>
            <a:lvl6pPr indent="-228600" lvl="5" marL="2743200" algn="l">
              <a:lnSpc>
                <a:spcPct val="90000"/>
              </a:lnSpc>
              <a:spcBef>
                <a:spcPts val="1000"/>
              </a:spcBef>
              <a:spcAft>
                <a:spcPts val="0"/>
              </a:spcAft>
              <a:buSzPts val="1920"/>
              <a:buNone/>
              <a:defRPr b="1" sz="1600"/>
            </a:lvl6pPr>
            <a:lvl7pPr indent="-228600" lvl="6" marL="3200400" algn="l">
              <a:lnSpc>
                <a:spcPct val="90000"/>
              </a:lnSpc>
              <a:spcBef>
                <a:spcPts val="1000"/>
              </a:spcBef>
              <a:spcAft>
                <a:spcPts val="0"/>
              </a:spcAft>
              <a:buSzPts val="1920"/>
              <a:buNone/>
              <a:defRPr b="1" sz="1600"/>
            </a:lvl7pPr>
            <a:lvl8pPr indent="-228600" lvl="7" marL="3657600" algn="l">
              <a:lnSpc>
                <a:spcPct val="90000"/>
              </a:lnSpc>
              <a:spcBef>
                <a:spcPts val="1000"/>
              </a:spcBef>
              <a:spcAft>
                <a:spcPts val="0"/>
              </a:spcAft>
              <a:buSzPts val="1920"/>
              <a:buNone/>
              <a:defRPr b="1" sz="1600"/>
            </a:lvl8pPr>
            <a:lvl9pPr indent="-228600" lvl="8" marL="4114800" algn="l">
              <a:lnSpc>
                <a:spcPct val="90000"/>
              </a:lnSpc>
              <a:spcBef>
                <a:spcPts val="1000"/>
              </a:spcBef>
              <a:spcAft>
                <a:spcPts val="0"/>
              </a:spcAft>
              <a:buClr>
                <a:schemeClr val="dk1"/>
              </a:buClr>
              <a:buSzPts val="1920"/>
              <a:buNone/>
              <a:defRPr b="1" sz="1600"/>
            </a:lvl9pPr>
          </a:lstStyle>
          <a:p/>
        </p:txBody>
      </p:sp>
      <p:sp>
        <p:nvSpPr>
          <p:cNvPr id="674" name="Google Shape;674;p59"/>
          <p:cNvSpPr txBox="1"/>
          <p:nvPr>
            <p:ph idx="2" type="body"/>
          </p:nvPr>
        </p:nvSpPr>
        <p:spPr>
          <a:xfrm>
            <a:off x="6159502" y="1524000"/>
            <a:ext cx="5460998" cy="5715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SzPts val="1440"/>
              <a:buNone/>
              <a:defRPr b="0" sz="1200"/>
            </a:lvl1pPr>
            <a:lvl2pPr indent="-228600" lvl="1" marL="914400" algn="l">
              <a:lnSpc>
                <a:spcPct val="90000"/>
              </a:lnSpc>
              <a:spcBef>
                <a:spcPts val="1000"/>
              </a:spcBef>
              <a:spcAft>
                <a:spcPts val="0"/>
              </a:spcAft>
              <a:buSzPts val="2400"/>
              <a:buNone/>
              <a:defRPr b="1" sz="2000"/>
            </a:lvl2pPr>
            <a:lvl3pPr indent="-228600" lvl="2" marL="1371600" algn="l">
              <a:lnSpc>
                <a:spcPct val="90000"/>
              </a:lnSpc>
              <a:spcBef>
                <a:spcPts val="1000"/>
              </a:spcBef>
              <a:spcAft>
                <a:spcPts val="0"/>
              </a:spcAft>
              <a:buSzPts val="2160"/>
              <a:buNone/>
              <a:defRPr b="1" sz="1800"/>
            </a:lvl3pPr>
            <a:lvl4pPr indent="-228600" lvl="3" marL="1828800" algn="l">
              <a:lnSpc>
                <a:spcPct val="90000"/>
              </a:lnSpc>
              <a:spcBef>
                <a:spcPts val="1000"/>
              </a:spcBef>
              <a:spcAft>
                <a:spcPts val="0"/>
              </a:spcAft>
              <a:buSzPts val="1920"/>
              <a:buNone/>
              <a:defRPr b="1" sz="1600"/>
            </a:lvl4pPr>
            <a:lvl5pPr indent="-228600" lvl="4" marL="2286000" algn="l">
              <a:lnSpc>
                <a:spcPct val="90000"/>
              </a:lnSpc>
              <a:spcBef>
                <a:spcPts val="1000"/>
              </a:spcBef>
              <a:spcAft>
                <a:spcPts val="0"/>
              </a:spcAft>
              <a:buSzPts val="1600"/>
              <a:buNone/>
              <a:defRPr b="1" sz="1600"/>
            </a:lvl5pPr>
            <a:lvl6pPr indent="-228600" lvl="5" marL="2743200" algn="l">
              <a:lnSpc>
                <a:spcPct val="90000"/>
              </a:lnSpc>
              <a:spcBef>
                <a:spcPts val="1000"/>
              </a:spcBef>
              <a:spcAft>
                <a:spcPts val="0"/>
              </a:spcAft>
              <a:buSzPts val="1920"/>
              <a:buNone/>
              <a:defRPr b="1" sz="1600"/>
            </a:lvl6pPr>
            <a:lvl7pPr indent="-228600" lvl="6" marL="3200400" algn="l">
              <a:lnSpc>
                <a:spcPct val="90000"/>
              </a:lnSpc>
              <a:spcBef>
                <a:spcPts val="1000"/>
              </a:spcBef>
              <a:spcAft>
                <a:spcPts val="0"/>
              </a:spcAft>
              <a:buSzPts val="1920"/>
              <a:buNone/>
              <a:defRPr b="1" sz="1600"/>
            </a:lvl7pPr>
            <a:lvl8pPr indent="-228600" lvl="7" marL="3657600" algn="l">
              <a:lnSpc>
                <a:spcPct val="90000"/>
              </a:lnSpc>
              <a:spcBef>
                <a:spcPts val="1000"/>
              </a:spcBef>
              <a:spcAft>
                <a:spcPts val="0"/>
              </a:spcAft>
              <a:buSzPts val="1920"/>
              <a:buNone/>
              <a:defRPr b="1" sz="1600"/>
            </a:lvl8pPr>
            <a:lvl9pPr indent="-228600" lvl="8" marL="4114800" algn="l">
              <a:lnSpc>
                <a:spcPct val="90000"/>
              </a:lnSpc>
              <a:spcBef>
                <a:spcPts val="1000"/>
              </a:spcBef>
              <a:spcAft>
                <a:spcPts val="0"/>
              </a:spcAft>
              <a:buClr>
                <a:schemeClr val="dk1"/>
              </a:buClr>
              <a:buSzPts val="1920"/>
              <a:buNone/>
              <a:defRPr b="1" sz="1600"/>
            </a:lvl9pPr>
          </a:lstStyle>
          <a:p/>
        </p:txBody>
      </p:sp>
      <p:sp>
        <p:nvSpPr>
          <p:cNvPr id="675" name="Google Shape;675;p59"/>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6" name="Google Shape;676;p59"/>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7" name="Google Shape;677;p59"/>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678" name="Google Shape;678;p59"/>
          <p:cNvGrpSpPr/>
          <p:nvPr/>
        </p:nvGrpSpPr>
        <p:grpSpPr>
          <a:xfrm>
            <a:off x="11407071" y="476250"/>
            <a:ext cx="213430" cy="571500"/>
            <a:chOff x="4249" y="1683"/>
            <a:chExt cx="695" cy="1861"/>
          </a:xfrm>
        </p:grpSpPr>
        <p:sp>
          <p:nvSpPr>
            <p:cNvPr id="679" name="Google Shape;679;p59"/>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680" name="Google Shape;680;p59"/>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681" name="Google Shape;681;p59"/>
          <p:cNvSpPr/>
          <p:nvPr/>
        </p:nvSpPr>
        <p:spPr>
          <a:xfrm>
            <a:off x="571501" y="2222500"/>
            <a:ext cx="5461000" cy="4064000"/>
          </a:xfrm>
          <a:prstGeom prst="rect">
            <a:avLst/>
          </a:prstGeom>
          <a:solidFill>
            <a:schemeClr val="lt2"/>
          </a:solidFill>
          <a:ln>
            <a:noFill/>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1600">
              <a:solidFill>
                <a:schemeClr val="lt1"/>
              </a:solidFill>
              <a:latin typeface="Verdana"/>
              <a:ea typeface="Verdana"/>
              <a:cs typeface="Verdana"/>
              <a:sym typeface="Verdana"/>
            </a:endParaRPr>
          </a:p>
        </p:txBody>
      </p:sp>
      <p:sp>
        <p:nvSpPr>
          <p:cNvPr id="682" name="Google Shape;682;p59"/>
          <p:cNvSpPr/>
          <p:nvPr/>
        </p:nvSpPr>
        <p:spPr>
          <a:xfrm>
            <a:off x="6159500" y="2222500"/>
            <a:ext cx="5461000" cy="4064000"/>
          </a:xfrm>
          <a:prstGeom prst="rect">
            <a:avLst/>
          </a:prstGeom>
          <a:solidFill>
            <a:schemeClr val="lt2"/>
          </a:solidFill>
          <a:ln>
            <a:noFill/>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1600">
              <a:solidFill>
                <a:schemeClr val="lt1"/>
              </a:solidFill>
              <a:latin typeface="Verdana"/>
              <a:ea typeface="Verdana"/>
              <a:cs typeface="Verdana"/>
              <a:sym typeface="Verdana"/>
            </a:endParaRPr>
          </a:p>
        </p:txBody>
      </p:sp>
      <p:sp>
        <p:nvSpPr>
          <p:cNvPr id="683" name="Google Shape;683;p59"/>
          <p:cNvSpPr/>
          <p:nvPr>
            <p:ph idx="3" type="chart"/>
          </p:nvPr>
        </p:nvSpPr>
        <p:spPr>
          <a:xfrm>
            <a:off x="698501" y="2349500"/>
            <a:ext cx="5207000" cy="3810000"/>
          </a:xfrm>
          <a:prstGeom prst="rect">
            <a:avLst/>
          </a:prstGeom>
          <a:solidFill>
            <a:schemeClr val="lt1"/>
          </a:solidFill>
          <a:ln>
            <a:noFill/>
          </a:ln>
        </p:spPr>
        <p:txBody>
          <a:bodyPr anchorCtr="0" anchor="ctr" bIns="0" lIns="0" spcFirstLastPara="1" rIns="0" wrap="square" tIns="1008000">
            <a:normAutofit/>
          </a:bodyPr>
          <a:lstStyle>
            <a:lvl1pPr lvl="0" marR="0" rtl="0" algn="ctr">
              <a:lnSpc>
                <a:spcPct val="90000"/>
              </a:lnSpc>
              <a:spcBef>
                <a:spcPts val="1000"/>
              </a:spcBef>
              <a:spcAft>
                <a:spcPts val="0"/>
              </a:spcAft>
              <a:buClr>
                <a:schemeClr val="dk2"/>
              </a:buClr>
              <a:buSzPts val="2160"/>
              <a:buFont typeface="Calibri"/>
              <a:buNone/>
              <a:defRPr b="0" i="0" sz="1800" u="none" cap="none" strike="noStrike">
                <a:solidFill>
                  <a:schemeClr val="dk1"/>
                </a:solidFill>
                <a:latin typeface="Verdana"/>
                <a:ea typeface="Verdana"/>
                <a:cs typeface="Verdana"/>
                <a:sym typeface="Verdana"/>
              </a:defRPr>
            </a:lvl1pPr>
            <a:lvl2pPr lvl="1" marR="0" rtl="0" algn="l">
              <a:lnSpc>
                <a:spcPct val="90000"/>
              </a:lnSpc>
              <a:spcBef>
                <a:spcPts val="1000"/>
              </a:spcBef>
              <a:spcAft>
                <a:spcPts val="0"/>
              </a:spcAft>
              <a:buClr>
                <a:schemeClr val="dk2"/>
              </a:buClr>
              <a:buSzPts val="2160"/>
              <a:buFont typeface="Calibri"/>
              <a:buChar char="•"/>
              <a:defRPr b="0" i="0" sz="1800" u="none" cap="none" strike="noStrike">
                <a:solidFill>
                  <a:schemeClr val="dk1"/>
                </a:solidFill>
                <a:latin typeface="Verdana"/>
                <a:ea typeface="Verdana"/>
                <a:cs typeface="Verdana"/>
                <a:sym typeface="Verdana"/>
              </a:defRPr>
            </a:lvl2pPr>
            <a:lvl3pPr lvl="2" marR="0" rtl="0" algn="l">
              <a:lnSpc>
                <a:spcPct val="90000"/>
              </a:lnSpc>
              <a:spcBef>
                <a:spcPts val="1000"/>
              </a:spcBef>
              <a:spcAft>
                <a:spcPts val="0"/>
              </a:spcAft>
              <a:buClr>
                <a:schemeClr val="dk2"/>
              </a:buClr>
              <a:buSzPts val="1920"/>
              <a:buFont typeface="Calibri"/>
              <a:buChar char="•"/>
              <a:defRPr b="0" i="0" sz="1600" u="none" cap="none" strike="noStrike">
                <a:solidFill>
                  <a:schemeClr val="dk1"/>
                </a:solidFill>
                <a:latin typeface="Verdana"/>
                <a:ea typeface="Verdana"/>
                <a:cs typeface="Verdana"/>
                <a:sym typeface="Verdana"/>
              </a:defRPr>
            </a:lvl3pPr>
            <a:lvl4pPr lvl="3" marR="0" rtl="0" algn="l">
              <a:lnSpc>
                <a:spcPct val="90000"/>
              </a:lnSpc>
              <a:spcBef>
                <a:spcPts val="1000"/>
              </a:spcBef>
              <a:spcAft>
                <a:spcPts val="0"/>
              </a:spcAft>
              <a:buClr>
                <a:schemeClr val="dk2"/>
              </a:buClr>
              <a:buSzPts val="1680"/>
              <a:buFont typeface="Calibri"/>
              <a:buChar char="•"/>
              <a:defRPr b="0" i="0" sz="1400" u="none" cap="none" strike="noStrike">
                <a:solidFill>
                  <a:schemeClr val="dk1"/>
                </a:solidFill>
                <a:latin typeface="Verdana"/>
                <a:ea typeface="Verdana"/>
                <a:cs typeface="Verdana"/>
                <a:sym typeface="Verdana"/>
              </a:defRPr>
            </a:lvl4pPr>
            <a:lvl5pPr lvl="4" marR="0" rtl="0" algn="l">
              <a:lnSpc>
                <a:spcPct val="90000"/>
              </a:lnSpc>
              <a:spcBef>
                <a:spcPts val="1000"/>
              </a:spcBef>
              <a:spcAft>
                <a:spcPts val="0"/>
              </a:spcAft>
              <a:buClr>
                <a:schemeClr val="dk2"/>
              </a:buClr>
              <a:buSzPts val="1400"/>
              <a:buFont typeface="Arial"/>
              <a:buAutoNum type="arabicPeriod"/>
              <a:defRPr b="0" i="0" sz="1400" u="none" cap="none" strike="noStrike">
                <a:solidFill>
                  <a:schemeClr val="dk1"/>
                </a:solidFill>
                <a:latin typeface="Verdana"/>
                <a:ea typeface="Verdana"/>
                <a:cs typeface="Verdana"/>
                <a:sym typeface="Verdana"/>
              </a:defRPr>
            </a:lvl5pPr>
            <a:lvl6pPr lvl="5" marR="0" rtl="0" algn="l">
              <a:lnSpc>
                <a:spcPct val="90000"/>
              </a:lnSpc>
              <a:spcBef>
                <a:spcPts val="1000"/>
              </a:spcBef>
              <a:spcAft>
                <a:spcPts val="0"/>
              </a:spcAft>
              <a:buClr>
                <a:schemeClr val="accent6"/>
              </a:buClr>
              <a:buSzPts val="1680"/>
              <a:buFont typeface="Calibri"/>
              <a:buChar char="•"/>
              <a:defRPr b="0" i="0" sz="1400" u="none" cap="none" strike="noStrike">
                <a:solidFill>
                  <a:schemeClr val="dk1"/>
                </a:solidFill>
                <a:latin typeface="Verdana"/>
                <a:ea typeface="Verdana"/>
                <a:cs typeface="Verdana"/>
                <a:sym typeface="Verdana"/>
              </a:defRPr>
            </a:lvl6pPr>
            <a:lvl7pPr lvl="6" marR="0" rtl="0" algn="l">
              <a:lnSpc>
                <a:spcPct val="90000"/>
              </a:lnSpc>
              <a:spcBef>
                <a:spcPts val="1000"/>
              </a:spcBef>
              <a:spcAft>
                <a:spcPts val="0"/>
              </a:spcAft>
              <a:buClr>
                <a:schemeClr val="accent1"/>
              </a:buClr>
              <a:buSzPts val="1680"/>
              <a:buFont typeface="Calibri"/>
              <a:buChar char="•"/>
              <a:defRPr b="0" i="0" sz="1400" u="none" cap="none" strike="noStrike">
                <a:solidFill>
                  <a:schemeClr val="dk1"/>
                </a:solidFill>
                <a:latin typeface="Verdana"/>
                <a:ea typeface="Verdana"/>
                <a:cs typeface="Verdana"/>
                <a:sym typeface="Verdana"/>
              </a:defRPr>
            </a:lvl7pPr>
            <a:lvl8pPr lvl="7" marR="0" rtl="0" algn="l">
              <a:lnSpc>
                <a:spcPct val="90000"/>
              </a:lnSpc>
              <a:spcBef>
                <a:spcPts val="1000"/>
              </a:spcBef>
              <a:spcAft>
                <a:spcPts val="0"/>
              </a:spcAft>
              <a:buClr>
                <a:schemeClr val="accent6"/>
              </a:buClr>
              <a:buSzPts val="1440"/>
              <a:buFont typeface="Calibri"/>
              <a:buChar char="•"/>
              <a:defRPr b="1" i="0" sz="1200" u="none" cap="none" strike="noStrike">
                <a:solidFill>
                  <a:schemeClr val="accent6"/>
                </a:solidFill>
                <a:latin typeface="Verdana"/>
                <a:ea typeface="Verdana"/>
                <a:cs typeface="Verdana"/>
                <a:sym typeface="Verdana"/>
              </a:defRPr>
            </a:lvl8pPr>
            <a:lvl9pPr lvl="8" marR="0" rtl="0" algn="l">
              <a:lnSpc>
                <a:spcPct val="90000"/>
              </a:lnSpc>
              <a:spcBef>
                <a:spcPts val="1000"/>
              </a:spcBef>
              <a:spcAft>
                <a:spcPts val="0"/>
              </a:spcAft>
              <a:buClr>
                <a:schemeClr val="dk1"/>
              </a:buClr>
              <a:buSzPts val="1200"/>
              <a:buFont typeface="Calibri"/>
              <a:buChar char="•"/>
              <a:defRPr b="0" i="0" sz="1000" u="none" cap="none" strike="noStrike">
                <a:solidFill>
                  <a:schemeClr val="dk1"/>
                </a:solidFill>
                <a:latin typeface="Verdana"/>
                <a:ea typeface="Verdana"/>
                <a:cs typeface="Verdana"/>
                <a:sym typeface="Verdana"/>
              </a:defRPr>
            </a:lvl9pPr>
          </a:lstStyle>
          <a:p/>
        </p:txBody>
      </p:sp>
      <p:sp>
        <p:nvSpPr>
          <p:cNvPr id="684" name="Google Shape;684;p59"/>
          <p:cNvSpPr/>
          <p:nvPr>
            <p:ph idx="4" type="chart"/>
          </p:nvPr>
        </p:nvSpPr>
        <p:spPr>
          <a:xfrm>
            <a:off x="6286501" y="2349500"/>
            <a:ext cx="5207000" cy="3810000"/>
          </a:xfrm>
          <a:prstGeom prst="rect">
            <a:avLst/>
          </a:prstGeom>
          <a:solidFill>
            <a:schemeClr val="lt1"/>
          </a:solidFill>
          <a:ln>
            <a:noFill/>
          </a:ln>
        </p:spPr>
        <p:txBody>
          <a:bodyPr anchorCtr="0" anchor="ctr" bIns="0" lIns="0" spcFirstLastPara="1" rIns="0" wrap="square" tIns="1008000">
            <a:normAutofit/>
          </a:bodyPr>
          <a:lstStyle>
            <a:lvl1pPr lvl="0" marR="0" rtl="0" algn="ctr">
              <a:lnSpc>
                <a:spcPct val="90000"/>
              </a:lnSpc>
              <a:spcBef>
                <a:spcPts val="1000"/>
              </a:spcBef>
              <a:spcAft>
                <a:spcPts val="0"/>
              </a:spcAft>
              <a:buClr>
                <a:schemeClr val="dk2"/>
              </a:buClr>
              <a:buSzPts val="2160"/>
              <a:buFont typeface="Calibri"/>
              <a:buNone/>
              <a:defRPr b="0" i="0" sz="1800" u="none" cap="none" strike="noStrike">
                <a:solidFill>
                  <a:schemeClr val="dk1"/>
                </a:solidFill>
                <a:latin typeface="Verdana"/>
                <a:ea typeface="Verdana"/>
                <a:cs typeface="Verdana"/>
                <a:sym typeface="Verdana"/>
              </a:defRPr>
            </a:lvl1pPr>
            <a:lvl2pPr lvl="1" marR="0" rtl="0" algn="l">
              <a:lnSpc>
                <a:spcPct val="90000"/>
              </a:lnSpc>
              <a:spcBef>
                <a:spcPts val="1000"/>
              </a:spcBef>
              <a:spcAft>
                <a:spcPts val="0"/>
              </a:spcAft>
              <a:buClr>
                <a:schemeClr val="dk2"/>
              </a:buClr>
              <a:buSzPts val="2160"/>
              <a:buFont typeface="Calibri"/>
              <a:buChar char="•"/>
              <a:defRPr b="0" i="0" sz="1800" u="none" cap="none" strike="noStrike">
                <a:solidFill>
                  <a:schemeClr val="dk1"/>
                </a:solidFill>
                <a:latin typeface="Verdana"/>
                <a:ea typeface="Verdana"/>
                <a:cs typeface="Verdana"/>
                <a:sym typeface="Verdana"/>
              </a:defRPr>
            </a:lvl2pPr>
            <a:lvl3pPr lvl="2" marR="0" rtl="0" algn="l">
              <a:lnSpc>
                <a:spcPct val="90000"/>
              </a:lnSpc>
              <a:spcBef>
                <a:spcPts val="1000"/>
              </a:spcBef>
              <a:spcAft>
                <a:spcPts val="0"/>
              </a:spcAft>
              <a:buClr>
                <a:schemeClr val="dk2"/>
              </a:buClr>
              <a:buSzPts val="1920"/>
              <a:buFont typeface="Calibri"/>
              <a:buChar char="•"/>
              <a:defRPr b="0" i="0" sz="1600" u="none" cap="none" strike="noStrike">
                <a:solidFill>
                  <a:schemeClr val="dk1"/>
                </a:solidFill>
                <a:latin typeface="Verdana"/>
                <a:ea typeface="Verdana"/>
                <a:cs typeface="Verdana"/>
                <a:sym typeface="Verdana"/>
              </a:defRPr>
            </a:lvl3pPr>
            <a:lvl4pPr lvl="3" marR="0" rtl="0" algn="l">
              <a:lnSpc>
                <a:spcPct val="90000"/>
              </a:lnSpc>
              <a:spcBef>
                <a:spcPts val="1000"/>
              </a:spcBef>
              <a:spcAft>
                <a:spcPts val="0"/>
              </a:spcAft>
              <a:buClr>
                <a:schemeClr val="dk2"/>
              </a:buClr>
              <a:buSzPts val="1680"/>
              <a:buFont typeface="Calibri"/>
              <a:buChar char="•"/>
              <a:defRPr b="0" i="0" sz="1400" u="none" cap="none" strike="noStrike">
                <a:solidFill>
                  <a:schemeClr val="dk1"/>
                </a:solidFill>
                <a:latin typeface="Verdana"/>
                <a:ea typeface="Verdana"/>
                <a:cs typeface="Verdana"/>
                <a:sym typeface="Verdana"/>
              </a:defRPr>
            </a:lvl4pPr>
            <a:lvl5pPr lvl="4" marR="0" rtl="0" algn="l">
              <a:lnSpc>
                <a:spcPct val="90000"/>
              </a:lnSpc>
              <a:spcBef>
                <a:spcPts val="1000"/>
              </a:spcBef>
              <a:spcAft>
                <a:spcPts val="0"/>
              </a:spcAft>
              <a:buClr>
                <a:schemeClr val="dk2"/>
              </a:buClr>
              <a:buSzPts val="1400"/>
              <a:buFont typeface="Arial"/>
              <a:buAutoNum type="arabicPeriod"/>
              <a:defRPr b="0" i="0" sz="1400" u="none" cap="none" strike="noStrike">
                <a:solidFill>
                  <a:schemeClr val="dk1"/>
                </a:solidFill>
                <a:latin typeface="Verdana"/>
                <a:ea typeface="Verdana"/>
                <a:cs typeface="Verdana"/>
                <a:sym typeface="Verdana"/>
              </a:defRPr>
            </a:lvl5pPr>
            <a:lvl6pPr lvl="5" marR="0" rtl="0" algn="l">
              <a:lnSpc>
                <a:spcPct val="90000"/>
              </a:lnSpc>
              <a:spcBef>
                <a:spcPts val="1000"/>
              </a:spcBef>
              <a:spcAft>
                <a:spcPts val="0"/>
              </a:spcAft>
              <a:buClr>
                <a:schemeClr val="accent6"/>
              </a:buClr>
              <a:buSzPts val="1680"/>
              <a:buFont typeface="Calibri"/>
              <a:buChar char="•"/>
              <a:defRPr b="0" i="0" sz="1400" u="none" cap="none" strike="noStrike">
                <a:solidFill>
                  <a:schemeClr val="dk1"/>
                </a:solidFill>
                <a:latin typeface="Verdana"/>
                <a:ea typeface="Verdana"/>
                <a:cs typeface="Verdana"/>
                <a:sym typeface="Verdana"/>
              </a:defRPr>
            </a:lvl6pPr>
            <a:lvl7pPr lvl="6" marR="0" rtl="0" algn="l">
              <a:lnSpc>
                <a:spcPct val="90000"/>
              </a:lnSpc>
              <a:spcBef>
                <a:spcPts val="1000"/>
              </a:spcBef>
              <a:spcAft>
                <a:spcPts val="0"/>
              </a:spcAft>
              <a:buClr>
                <a:schemeClr val="accent1"/>
              </a:buClr>
              <a:buSzPts val="1680"/>
              <a:buFont typeface="Calibri"/>
              <a:buChar char="•"/>
              <a:defRPr b="0" i="0" sz="1400" u="none" cap="none" strike="noStrike">
                <a:solidFill>
                  <a:schemeClr val="dk1"/>
                </a:solidFill>
                <a:latin typeface="Verdana"/>
                <a:ea typeface="Verdana"/>
                <a:cs typeface="Verdana"/>
                <a:sym typeface="Verdana"/>
              </a:defRPr>
            </a:lvl7pPr>
            <a:lvl8pPr lvl="7" marR="0" rtl="0" algn="l">
              <a:lnSpc>
                <a:spcPct val="90000"/>
              </a:lnSpc>
              <a:spcBef>
                <a:spcPts val="1000"/>
              </a:spcBef>
              <a:spcAft>
                <a:spcPts val="0"/>
              </a:spcAft>
              <a:buClr>
                <a:schemeClr val="accent6"/>
              </a:buClr>
              <a:buSzPts val="1440"/>
              <a:buFont typeface="Calibri"/>
              <a:buChar char="•"/>
              <a:defRPr b="1" i="0" sz="1200" u="none" cap="none" strike="noStrike">
                <a:solidFill>
                  <a:schemeClr val="accent6"/>
                </a:solidFill>
                <a:latin typeface="Verdana"/>
                <a:ea typeface="Verdana"/>
                <a:cs typeface="Verdana"/>
                <a:sym typeface="Verdana"/>
              </a:defRPr>
            </a:lvl8pPr>
            <a:lvl9pPr lvl="8" marR="0" rtl="0" algn="l">
              <a:lnSpc>
                <a:spcPct val="90000"/>
              </a:lnSpc>
              <a:spcBef>
                <a:spcPts val="1000"/>
              </a:spcBef>
              <a:spcAft>
                <a:spcPts val="0"/>
              </a:spcAft>
              <a:buClr>
                <a:schemeClr val="dk1"/>
              </a:buClr>
              <a:buSzPts val="1200"/>
              <a:buFont typeface="Calibri"/>
              <a:buChar char="•"/>
              <a:defRPr b="0" i="0" sz="1000"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ption B)">
  <p:cSld name="Title and Content (option B)">
    <p:bg>
      <p:bgPr>
        <a:solidFill>
          <a:schemeClr val="lt1"/>
        </a:solidFill>
      </p:bgPr>
    </p:bg>
    <p:spTree>
      <p:nvGrpSpPr>
        <p:cNvPr id="685" name="Shape 685"/>
        <p:cNvGrpSpPr/>
        <p:nvPr/>
      </p:nvGrpSpPr>
      <p:grpSpPr>
        <a:xfrm>
          <a:off x="0" y="0"/>
          <a:ext cx="0" cy="0"/>
          <a:chOff x="0" y="0"/>
          <a:chExt cx="0" cy="0"/>
        </a:xfrm>
      </p:grpSpPr>
      <p:sp>
        <p:nvSpPr>
          <p:cNvPr id="686" name="Google Shape;686;p60"/>
          <p:cNvSpPr txBox="1"/>
          <p:nvPr>
            <p:ph idx="1" type="body"/>
          </p:nvPr>
        </p:nvSpPr>
        <p:spPr>
          <a:xfrm>
            <a:off x="571500" y="1524000"/>
            <a:ext cx="11049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687" name="Google Shape;687;p60"/>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8" name="Google Shape;688;p60"/>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9" name="Google Shape;689;p60"/>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690" name="Google Shape;690;p60"/>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691" name="Google Shape;691;p60"/>
          <p:cNvGrpSpPr/>
          <p:nvPr/>
        </p:nvGrpSpPr>
        <p:grpSpPr>
          <a:xfrm>
            <a:off x="11407071" y="476250"/>
            <a:ext cx="213430" cy="571500"/>
            <a:chOff x="4249" y="1683"/>
            <a:chExt cx="695" cy="1861"/>
          </a:xfrm>
        </p:grpSpPr>
        <p:sp>
          <p:nvSpPr>
            <p:cNvPr id="692" name="Google Shape;692;p60"/>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693" name="Google Shape;693;p60"/>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option B)">
  <p:cSld name="Two Content (option B)">
    <p:bg>
      <p:bgPr>
        <a:solidFill>
          <a:schemeClr val="lt1"/>
        </a:solidFill>
      </p:bgPr>
    </p:bg>
    <p:spTree>
      <p:nvGrpSpPr>
        <p:cNvPr id="694" name="Shape 694"/>
        <p:cNvGrpSpPr/>
        <p:nvPr/>
      </p:nvGrpSpPr>
      <p:grpSpPr>
        <a:xfrm>
          <a:off x="0" y="0"/>
          <a:ext cx="0" cy="0"/>
          <a:chOff x="0" y="0"/>
          <a:chExt cx="0" cy="0"/>
        </a:xfrm>
      </p:grpSpPr>
      <p:sp>
        <p:nvSpPr>
          <p:cNvPr id="695" name="Google Shape;695;p61"/>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6" name="Google Shape;696;p61"/>
          <p:cNvSpPr txBox="1"/>
          <p:nvPr>
            <p:ph idx="11" type="ftr"/>
          </p:nvPr>
        </p:nvSpPr>
        <p:spPr>
          <a:xfrm>
            <a:off x="571500" y="6477000"/>
            <a:ext cx="38735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7" name="Google Shape;697;p61"/>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698" name="Google Shape;698;p61"/>
          <p:cNvSpPr txBox="1"/>
          <p:nvPr>
            <p:ph idx="1" type="body"/>
          </p:nvPr>
        </p:nvSpPr>
        <p:spPr>
          <a:xfrm>
            <a:off x="571500" y="1524000"/>
            <a:ext cx="5461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699" name="Google Shape;699;p61"/>
          <p:cNvSpPr txBox="1"/>
          <p:nvPr>
            <p:ph idx="2" type="body"/>
          </p:nvPr>
        </p:nvSpPr>
        <p:spPr>
          <a:xfrm>
            <a:off x="6159501" y="1524000"/>
            <a:ext cx="5461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700" name="Google Shape;700;p61"/>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701" name="Google Shape;701;p61"/>
          <p:cNvGrpSpPr/>
          <p:nvPr/>
        </p:nvGrpSpPr>
        <p:grpSpPr>
          <a:xfrm>
            <a:off x="11407071" y="476250"/>
            <a:ext cx="213430" cy="571500"/>
            <a:chOff x="4249" y="1683"/>
            <a:chExt cx="695" cy="1861"/>
          </a:xfrm>
        </p:grpSpPr>
        <p:sp>
          <p:nvSpPr>
            <p:cNvPr id="702" name="Google Shape;702;p61"/>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703" name="Google Shape;703;p61"/>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ptop (Demo)">
  <p:cSld name="Laptop (Demo)">
    <p:bg>
      <p:bgPr>
        <a:gradFill>
          <a:gsLst>
            <a:gs pos="0">
              <a:schemeClr val="accent2"/>
            </a:gs>
            <a:gs pos="100000">
              <a:schemeClr val="dk2"/>
            </a:gs>
          </a:gsLst>
          <a:lin ang="5400000" scaled="0"/>
        </a:gradFill>
      </p:bgPr>
    </p:bg>
    <p:spTree>
      <p:nvGrpSpPr>
        <p:cNvPr id="704" name="Shape 704"/>
        <p:cNvGrpSpPr/>
        <p:nvPr/>
      </p:nvGrpSpPr>
      <p:grpSpPr>
        <a:xfrm>
          <a:off x="0" y="0"/>
          <a:ext cx="0" cy="0"/>
          <a:chOff x="0" y="0"/>
          <a:chExt cx="0" cy="0"/>
        </a:xfrm>
      </p:grpSpPr>
      <p:pic>
        <p:nvPicPr>
          <p:cNvPr descr="Background pattern&#10;&#10;Description automatically generated" id="705" name="Google Shape;705;p62"/>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706" name="Google Shape;706;p62"/>
          <p:cNvSpPr/>
          <p:nvPr/>
        </p:nvSpPr>
        <p:spPr>
          <a:xfrm>
            <a:off x="285750" y="0"/>
            <a:ext cx="1190625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07" name="Google Shape;707;p62"/>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8" name="Google Shape;708;p62"/>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9" name="Google Shape;709;p62"/>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710" name="Google Shape;710;p62"/>
          <p:cNvSpPr txBox="1"/>
          <p:nvPr>
            <p:ph type="title"/>
          </p:nvPr>
        </p:nvSpPr>
        <p:spPr>
          <a:xfrm>
            <a:off x="571500" y="381000"/>
            <a:ext cx="11049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 picture containing text, monitor, electronics, indoor&#10;&#10;Description automatically generated" id="711" name="Google Shape;711;p62"/>
          <p:cNvPicPr preferRelativeResize="0"/>
          <p:nvPr/>
        </p:nvPicPr>
        <p:blipFill rotWithShape="1">
          <a:blip r:embed="rId3">
            <a:alphaModFix/>
          </a:blip>
          <a:srcRect b="0" l="0" r="0" t="0"/>
          <a:stretch/>
        </p:blipFill>
        <p:spPr>
          <a:xfrm>
            <a:off x="1968501" y="1524000"/>
            <a:ext cx="8255000" cy="5075294"/>
          </a:xfrm>
          <a:prstGeom prst="rect">
            <a:avLst/>
          </a:prstGeom>
          <a:noFill/>
          <a:ln>
            <a:noFill/>
          </a:ln>
        </p:spPr>
      </p:pic>
      <p:sp>
        <p:nvSpPr>
          <p:cNvPr id="712" name="Google Shape;712;p62"/>
          <p:cNvSpPr/>
          <p:nvPr>
            <p:ph idx="2" type="pic"/>
          </p:nvPr>
        </p:nvSpPr>
        <p:spPr>
          <a:xfrm>
            <a:off x="2855160" y="1738820"/>
            <a:ext cx="6481683" cy="4063809"/>
          </a:xfrm>
          <a:prstGeom prst="rect">
            <a:avLst/>
          </a:prstGeom>
          <a:solidFill>
            <a:schemeClr val="lt2"/>
          </a:solidFill>
          <a:ln>
            <a:noFill/>
          </a:ln>
        </p:spPr>
      </p:sp>
      <p:grpSp>
        <p:nvGrpSpPr>
          <p:cNvPr id="713" name="Google Shape;713;p62"/>
          <p:cNvGrpSpPr/>
          <p:nvPr/>
        </p:nvGrpSpPr>
        <p:grpSpPr>
          <a:xfrm>
            <a:off x="11407071" y="476250"/>
            <a:ext cx="213430" cy="571500"/>
            <a:chOff x="4249" y="1683"/>
            <a:chExt cx="695" cy="1861"/>
          </a:xfrm>
        </p:grpSpPr>
        <p:sp>
          <p:nvSpPr>
            <p:cNvPr id="714" name="Google Shape;714;p62"/>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715" name="Google Shape;715;p62"/>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ptop + Phone (Demo)">
  <p:cSld name="Laptop + Phone (Demo)">
    <p:bg>
      <p:bgPr>
        <a:gradFill>
          <a:gsLst>
            <a:gs pos="0">
              <a:schemeClr val="accent2"/>
            </a:gs>
            <a:gs pos="100000">
              <a:schemeClr val="dk2"/>
            </a:gs>
          </a:gsLst>
          <a:lin ang="5400000" scaled="0"/>
        </a:gradFill>
      </p:bgPr>
    </p:bg>
    <p:spTree>
      <p:nvGrpSpPr>
        <p:cNvPr id="716" name="Shape 716"/>
        <p:cNvGrpSpPr/>
        <p:nvPr/>
      </p:nvGrpSpPr>
      <p:grpSpPr>
        <a:xfrm>
          <a:off x="0" y="0"/>
          <a:ext cx="0" cy="0"/>
          <a:chOff x="0" y="0"/>
          <a:chExt cx="0" cy="0"/>
        </a:xfrm>
      </p:grpSpPr>
      <p:pic>
        <p:nvPicPr>
          <p:cNvPr descr="Background pattern&#10;&#10;Description automatically generated" id="717" name="Google Shape;717;p63"/>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718" name="Google Shape;718;p63"/>
          <p:cNvSpPr/>
          <p:nvPr/>
        </p:nvSpPr>
        <p:spPr>
          <a:xfrm>
            <a:off x="285750" y="0"/>
            <a:ext cx="1190625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19" name="Google Shape;719;p63"/>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0" name="Google Shape;720;p63"/>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1" name="Google Shape;721;p63"/>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722" name="Google Shape;722;p63"/>
          <p:cNvSpPr txBox="1"/>
          <p:nvPr>
            <p:ph type="title"/>
          </p:nvPr>
        </p:nvSpPr>
        <p:spPr>
          <a:xfrm>
            <a:off x="571500" y="381000"/>
            <a:ext cx="11049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 picture containing text, monitor, electronics, indoor&#10;&#10;Description automatically generated" id="723" name="Google Shape;723;p63"/>
          <p:cNvPicPr preferRelativeResize="0"/>
          <p:nvPr/>
        </p:nvPicPr>
        <p:blipFill rotWithShape="1">
          <a:blip r:embed="rId3">
            <a:alphaModFix/>
          </a:blip>
          <a:srcRect b="0" l="0" r="0" t="0"/>
          <a:stretch/>
        </p:blipFill>
        <p:spPr>
          <a:xfrm>
            <a:off x="571500" y="1524000"/>
            <a:ext cx="8255000" cy="5075294"/>
          </a:xfrm>
          <a:prstGeom prst="rect">
            <a:avLst/>
          </a:prstGeom>
          <a:noFill/>
          <a:ln>
            <a:noFill/>
          </a:ln>
        </p:spPr>
      </p:pic>
      <p:sp>
        <p:nvSpPr>
          <p:cNvPr id="724" name="Google Shape;724;p63"/>
          <p:cNvSpPr/>
          <p:nvPr>
            <p:ph idx="2" type="pic"/>
          </p:nvPr>
        </p:nvSpPr>
        <p:spPr>
          <a:xfrm>
            <a:off x="1458159" y="1738820"/>
            <a:ext cx="6481683" cy="4063809"/>
          </a:xfrm>
          <a:prstGeom prst="rect">
            <a:avLst/>
          </a:prstGeom>
          <a:solidFill>
            <a:schemeClr val="lt2"/>
          </a:solidFill>
          <a:ln>
            <a:noFill/>
          </a:ln>
        </p:spPr>
      </p:sp>
      <p:pic>
        <p:nvPicPr>
          <p:cNvPr descr="Shape&#10;&#10;Description automatically generated" id="725" name="Google Shape;725;p63"/>
          <p:cNvPicPr preferRelativeResize="0"/>
          <p:nvPr/>
        </p:nvPicPr>
        <p:blipFill rotWithShape="1">
          <a:blip r:embed="rId4">
            <a:alphaModFix/>
          </a:blip>
          <a:srcRect b="0" l="0" r="0" t="0"/>
          <a:stretch/>
        </p:blipFill>
        <p:spPr>
          <a:xfrm>
            <a:off x="9292572" y="1651000"/>
            <a:ext cx="1988856" cy="4064000"/>
          </a:xfrm>
          <a:prstGeom prst="rect">
            <a:avLst/>
          </a:prstGeom>
          <a:noFill/>
          <a:ln>
            <a:noFill/>
          </a:ln>
          <a:effectLst>
            <a:outerShdw blurRad="381000" rotWithShape="0" algn="t" dir="5400000" dist="114300">
              <a:srgbClr val="000000">
                <a:alpha val="20000"/>
              </a:srgbClr>
            </a:outerShdw>
          </a:effectLst>
        </p:spPr>
      </p:pic>
      <p:sp>
        <p:nvSpPr>
          <p:cNvPr id="726" name="Google Shape;726;p63"/>
          <p:cNvSpPr/>
          <p:nvPr>
            <p:ph idx="3" type="pic"/>
          </p:nvPr>
        </p:nvSpPr>
        <p:spPr>
          <a:xfrm>
            <a:off x="9393734" y="1750162"/>
            <a:ext cx="1786533" cy="3864864"/>
          </a:xfrm>
          <a:prstGeom prst="rect">
            <a:avLst/>
          </a:prstGeom>
          <a:solidFill>
            <a:schemeClr val="lt2"/>
          </a:solidFill>
          <a:ln>
            <a:noFill/>
          </a:ln>
        </p:spPr>
      </p:sp>
      <p:grpSp>
        <p:nvGrpSpPr>
          <p:cNvPr id="727" name="Google Shape;727;p63"/>
          <p:cNvGrpSpPr/>
          <p:nvPr/>
        </p:nvGrpSpPr>
        <p:grpSpPr>
          <a:xfrm>
            <a:off x="11407071" y="476250"/>
            <a:ext cx="213430" cy="571500"/>
            <a:chOff x="4249" y="1683"/>
            <a:chExt cx="695" cy="1861"/>
          </a:xfrm>
        </p:grpSpPr>
        <p:sp>
          <p:nvSpPr>
            <p:cNvPr id="728" name="Google Shape;728;p63"/>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729" name="Google Shape;729;p63"/>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ne (Demo)">
  <p:cSld name="Phone (Demo)">
    <p:bg>
      <p:bgPr>
        <a:gradFill>
          <a:gsLst>
            <a:gs pos="0">
              <a:schemeClr val="accent2"/>
            </a:gs>
            <a:gs pos="100000">
              <a:schemeClr val="dk2"/>
            </a:gs>
          </a:gsLst>
          <a:lin ang="5400000" scaled="0"/>
        </a:gradFill>
      </p:bgPr>
    </p:bg>
    <p:spTree>
      <p:nvGrpSpPr>
        <p:cNvPr id="730" name="Shape 730"/>
        <p:cNvGrpSpPr/>
        <p:nvPr/>
      </p:nvGrpSpPr>
      <p:grpSpPr>
        <a:xfrm>
          <a:off x="0" y="0"/>
          <a:ext cx="0" cy="0"/>
          <a:chOff x="0" y="0"/>
          <a:chExt cx="0" cy="0"/>
        </a:xfrm>
      </p:grpSpPr>
      <p:pic>
        <p:nvPicPr>
          <p:cNvPr descr="Background pattern&#10;&#10;Description automatically generated" id="731" name="Google Shape;731;p64"/>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732" name="Google Shape;732;p64"/>
          <p:cNvSpPr/>
          <p:nvPr/>
        </p:nvSpPr>
        <p:spPr>
          <a:xfrm>
            <a:off x="285750" y="0"/>
            <a:ext cx="1190625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33" name="Google Shape;733;p64"/>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4" name="Google Shape;734;p64"/>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5" name="Google Shape;735;p64"/>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736" name="Google Shape;736;p64"/>
          <p:cNvSpPr txBox="1"/>
          <p:nvPr>
            <p:ph type="title"/>
          </p:nvPr>
        </p:nvSpPr>
        <p:spPr>
          <a:xfrm>
            <a:off x="571500" y="381000"/>
            <a:ext cx="11049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Shape&#10;&#10;Description automatically generated" id="737" name="Google Shape;737;p64"/>
          <p:cNvPicPr preferRelativeResize="0"/>
          <p:nvPr/>
        </p:nvPicPr>
        <p:blipFill rotWithShape="1">
          <a:blip r:embed="rId3">
            <a:alphaModFix/>
          </a:blip>
          <a:srcRect b="0" l="0" r="0" t="0"/>
          <a:stretch/>
        </p:blipFill>
        <p:spPr>
          <a:xfrm>
            <a:off x="4930654" y="1524000"/>
            <a:ext cx="2330691" cy="4762500"/>
          </a:xfrm>
          <a:prstGeom prst="rect">
            <a:avLst/>
          </a:prstGeom>
          <a:noFill/>
          <a:ln>
            <a:noFill/>
          </a:ln>
          <a:effectLst>
            <a:outerShdw blurRad="508000" rotWithShape="0" algn="ctr" dir="5400000" dist="101600">
              <a:srgbClr val="000000">
                <a:alpha val="21961"/>
              </a:srgbClr>
            </a:outerShdw>
          </a:effectLst>
        </p:spPr>
      </p:pic>
      <p:sp>
        <p:nvSpPr>
          <p:cNvPr id="738" name="Google Shape;738;p64"/>
          <p:cNvSpPr/>
          <p:nvPr>
            <p:ph idx="2" type="pic"/>
          </p:nvPr>
        </p:nvSpPr>
        <p:spPr>
          <a:xfrm>
            <a:off x="5049202" y="1640205"/>
            <a:ext cx="2093594" cy="4529138"/>
          </a:xfrm>
          <a:prstGeom prst="rect">
            <a:avLst/>
          </a:prstGeom>
          <a:solidFill>
            <a:schemeClr val="lt2"/>
          </a:solidFill>
          <a:ln>
            <a:noFill/>
          </a:ln>
        </p:spPr>
      </p:sp>
      <p:grpSp>
        <p:nvGrpSpPr>
          <p:cNvPr id="739" name="Google Shape;739;p64"/>
          <p:cNvGrpSpPr/>
          <p:nvPr/>
        </p:nvGrpSpPr>
        <p:grpSpPr>
          <a:xfrm>
            <a:off x="11407071" y="476250"/>
            <a:ext cx="213430" cy="571500"/>
            <a:chOff x="4249" y="1683"/>
            <a:chExt cx="695" cy="1861"/>
          </a:xfrm>
        </p:grpSpPr>
        <p:sp>
          <p:nvSpPr>
            <p:cNvPr id="740" name="Google Shape;740;p64"/>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741" name="Google Shape;741;p64"/>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ptop + Text">
  <p:cSld name="Laptop + Text">
    <p:bg>
      <p:bgPr>
        <a:gradFill>
          <a:gsLst>
            <a:gs pos="0">
              <a:schemeClr val="accent2"/>
            </a:gs>
            <a:gs pos="100000">
              <a:schemeClr val="dk2"/>
            </a:gs>
          </a:gsLst>
          <a:lin ang="5400000" scaled="0"/>
        </a:gradFill>
      </p:bgPr>
    </p:bg>
    <p:spTree>
      <p:nvGrpSpPr>
        <p:cNvPr id="742" name="Shape 742"/>
        <p:cNvGrpSpPr/>
        <p:nvPr/>
      </p:nvGrpSpPr>
      <p:grpSpPr>
        <a:xfrm>
          <a:off x="0" y="0"/>
          <a:ext cx="0" cy="0"/>
          <a:chOff x="0" y="0"/>
          <a:chExt cx="0" cy="0"/>
        </a:xfrm>
      </p:grpSpPr>
      <p:pic>
        <p:nvPicPr>
          <p:cNvPr descr="Background pattern&#10;&#10;Description automatically generated" id="743" name="Google Shape;743;p65"/>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744" name="Google Shape;744;p65"/>
          <p:cNvSpPr/>
          <p:nvPr/>
        </p:nvSpPr>
        <p:spPr>
          <a:xfrm>
            <a:off x="571499" y="-1"/>
            <a:ext cx="11620501" cy="6858001"/>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45" name="Google Shape;745;p65"/>
          <p:cNvSpPr/>
          <p:nvPr/>
        </p:nvSpPr>
        <p:spPr>
          <a:xfrm>
            <a:off x="285750" y="0"/>
            <a:ext cx="44767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46" name="Google Shape;746;p65"/>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7" name="Google Shape;747;p65"/>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8" name="Google Shape;748;p65"/>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749" name="Google Shape;749;p65"/>
          <p:cNvSpPr txBox="1"/>
          <p:nvPr>
            <p:ph type="title"/>
          </p:nvPr>
        </p:nvSpPr>
        <p:spPr>
          <a:xfrm>
            <a:off x="571500" y="381000"/>
            <a:ext cx="4064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 picture containing text, monitor, electronics, indoor&#10;&#10;Description automatically generated" id="750" name="Google Shape;750;p65"/>
          <p:cNvPicPr preferRelativeResize="0"/>
          <p:nvPr/>
        </p:nvPicPr>
        <p:blipFill rotWithShape="1">
          <a:blip r:embed="rId3">
            <a:alphaModFix/>
          </a:blip>
          <a:srcRect b="0" l="0" r="0" t="0"/>
          <a:stretch/>
        </p:blipFill>
        <p:spPr>
          <a:xfrm>
            <a:off x="5334000" y="1972735"/>
            <a:ext cx="6286499" cy="3865031"/>
          </a:xfrm>
          <a:prstGeom prst="rect">
            <a:avLst/>
          </a:prstGeom>
          <a:noFill/>
          <a:ln>
            <a:noFill/>
          </a:ln>
        </p:spPr>
      </p:pic>
      <p:sp>
        <p:nvSpPr>
          <p:cNvPr id="751" name="Google Shape;751;p65"/>
          <p:cNvSpPr/>
          <p:nvPr>
            <p:ph idx="2" type="pic"/>
          </p:nvPr>
        </p:nvSpPr>
        <p:spPr>
          <a:xfrm>
            <a:off x="6009225" y="2136329"/>
            <a:ext cx="4936050" cy="3094746"/>
          </a:xfrm>
          <a:prstGeom prst="rect">
            <a:avLst/>
          </a:prstGeom>
          <a:solidFill>
            <a:schemeClr val="lt2"/>
          </a:solidFill>
          <a:ln>
            <a:noFill/>
          </a:ln>
        </p:spPr>
      </p:sp>
      <p:grpSp>
        <p:nvGrpSpPr>
          <p:cNvPr id="752" name="Google Shape;752;p65"/>
          <p:cNvGrpSpPr/>
          <p:nvPr/>
        </p:nvGrpSpPr>
        <p:grpSpPr>
          <a:xfrm>
            <a:off x="11407071" y="476250"/>
            <a:ext cx="213430" cy="571500"/>
            <a:chOff x="4249" y="1683"/>
            <a:chExt cx="695" cy="1861"/>
          </a:xfrm>
        </p:grpSpPr>
        <p:sp>
          <p:nvSpPr>
            <p:cNvPr id="753" name="Google Shape;753;p65"/>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754" name="Google Shape;754;p65"/>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755" name="Google Shape;755;p65"/>
          <p:cNvSpPr txBox="1"/>
          <p:nvPr>
            <p:ph idx="1" type="body"/>
          </p:nvPr>
        </p:nvSpPr>
        <p:spPr>
          <a:xfrm>
            <a:off x="571499" y="1524000"/>
            <a:ext cx="4063999" cy="4762500"/>
          </a:xfrm>
          <a:prstGeom prst="rect">
            <a:avLst/>
          </a:prstGeom>
          <a:noFill/>
          <a:ln>
            <a:noFill/>
          </a:ln>
        </p:spPr>
        <p:txBody>
          <a:bodyPr anchorCtr="0" anchor="ctr" bIns="216000" lIns="0" spcFirstLastPara="1" rIns="10800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ne + Text">
  <p:cSld name="Phone + Text">
    <p:bg>
      <p:bgPr>
        <a:gradFill>
          <a:gsLst>
            <a:gs pos="0">
              <a:schemeClr val="accent2"/>
            </a:gs>
            <a:gs pos="100000">
              <a:schemeClr val="dk2"/>
            </a:gs>
          </a:gsLst>
          <a:lin ang="5400000" scaled="0"/>
        </a:gradFill>
      </p:bgPr>
    </p:bg>
    <p:spTree>
      <p:nvGrpSpPr>
        <p:cNvPr id="756" name="Shape 756"/>
        <p:cNvGrpSpPr/>
        <p:nvPr/>
      </p:nvGrpSpPr>
      <p:grpSpPr>
        <a:xfrm>
          <a:off x="0" y="0"/>
          <a:ext cx="0" cy="0"/>
          <a:chOff x="0" y="0"/>
          <a:chExt cx="0" cy="0"/>
        </a:xfrm>
      </p:grpSpPr>
      <p:pic>
        <p:nvPicPr>
          <p:cNvPr descr="Background pattern&#10;&#10;Description automatically generated" id="757" name="Google Shape;757;p66"/>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758" name="Google Shape;758;p66"/>
          <p:cNvSpPr/>
          <p:nvPr/>
        </p:nvSpPr>
        <p:spPr>
          <a:xfrm>
            <a:off x="571499" y="-1"/>
            <a:ext cx="11620501" cy="6858001"/>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59" name="Google Shape;759;p66"/>
          <p:cNvSpPr/>
          <p:nvPr/>
        </p:nvSpPr>
        <p:spPr>
          <a:xfrm>
            <a:off x="285750" y="0"/>
            <a:ext cx="44767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60" name="Google Shape;760;p66"/>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1" name="Google Shape;761;p66"/>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2" name="Google Shape;762;p66"/>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763" name="Google Shape;763;p66"/>
          <p:cNvSpPr txBox="1"/>
          <p:nvPr>
            <p:ph type="title"/>
          </p:nvPr>
        </p:nvSpPr>
        <p:spPr>
          <a:xfrm>
            <a:off x="571500" y="381000"/>
            <a:ext cx="4064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Shape&#10;&#10;Description automatically generated" id="764" name="Google Shape;764;p66"/>
          <p:cNvPicPr preferRelativeResize="0"/>
          <p:nvPr/>
        </p:nvPicPr>
        <p:blipFill rotWithShape="1">
          <a:blip r:embed="rId3">
            <a:alphaModFix/>
          </a:blip>
          <a:srcRect b="0" l="0" r="0" t="0"/>
          <a:stretch/>
        </p:blipFill>
        <p:spPr>
          <a:xfrm>
            <a:off x="7311905" y="1302452"/>
            <a:ext cx="2330691" cy="4762500"/>
          </a:xfrm>
          <a:prstGeom prst="rect">
            <a:avLst/>
          </a:prstGeom>
          <a:noFill/>
          <a:ln>
            <a:noFill/>
          </a:ln>
          <a:effectLst>
            <a:outerShdw blurRad="381000" rotWithShape="0" algn="t" dir="5400000" dist="114300">
              <a:srgbClr val="000000">
                <a:alpha val="20000"/>
              </a:srgbClr>
            </a:outerShdw>
          </a:effectLst>
        </p:spPr>
      </p:pic>
      <p:sp>
        <p:nvSpPr>
          <p:cNvPr id="765" name="Google Shape;765;p66"/>
          <p:cNvSpPr/>
          <p:nvPr>
            <p:ph idx="2" type="pic"/>
          </p:nvPr>
        </p:nvSpPr>
        <p:spPr>
          <a:xfrm>
            <a:off x="7430453" y="1418657"/>
            <a:ext cx="2093594" cy="4529138"/>
          </a:xfrm>
          <a:prstGeom prst="rect">
            <a:avLst/>
          </a:prstGeom>
          <a:solidFill>
            <a:schemeClr val="lt2"/>
          </a:solidFill>
          <a:ln>
            <a:noFill/>
          </a:ln>
        </p:spPr>
      </p:sp>
      <p:grpSp>
        <p:nvGrpSpPr>
          <p:cNvPr id="766" name="Google Shape;766;p66"/>
          <p:cNvGrpSpPr/>
          <p:nvPr/>
        </p:nvGrpSpPr>
        <p:grpSpPr>
          <a:xfrm>
            <a:off x="11407071" y="476250"/>
            <a:ext cx="213430" cy="571500"/>
            <a:chOff x="4249" y="1683"/>
            <a:chExt cx="695" cy="1861"/>
          </a:xfrm>
        </p:grpSpPr>
        <p:sp>
          <p:nvSpPr>
            <p:cNvPr id="767" name="Google Shape;767;p66"/>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768" name="Google Shape;768;p66"/>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769" name="Google Shape;769;p66"/>
          <p:cNvSpPr txBox="1"/>
          <p:nvPr>
            <p:ph idx="1" type="body"/>
          </p:nvPr>
        </p:nvSpPr>
        <p:spPr>
          <a:xfrm>
            <a:off x="571499" y="1524000"/>
            <a:ext cx="4063999" cy="4762500"/>
          </a:xfrm>
          <a:prstGeom prst="rect">
            <a:avLst/>
          </a:prstGeom>
          <a:noFill/>
          <a:ln>
            <a:noFill/>
          </a:ln>
        </p:spPr>
        <p:txBody>
          <a:bodyPr anchorCtr="0" anchor="ctr" bIns="216000" lIns="0" spcFirstLastPara="1" rIns="10800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Demo)">
  <p:cSld name="Screenshot (Demo)">
    <p:bg>
      <p:bgPr>
        <a:gradFill>
          <a:gsLst>
            <a:gs pos="0">
              <a:schemeClr val="accent2"/>
            </a:gs>
            <a:gs pos="100000">
              <a:schemeClr val="dk2"/>
            </a:gs>
          </a:gsLst>
          <a:lin ang="5400000" scaled="0"/>
        </a:gradFill>
      </p:bgPr>
    </p:bg>
    <p:spTree>
      <p:nvGrpSpPr>
        <p:cNvPr id="770" name="Shape 770"/>
        <p:cNvGrpSpPr/>
        <p:nvPr/>
      </p:nvGrpSpPr>
      <p:grpSpPr>
        <a:xfrm>
          <a:off x="0" y="0"/>
          <a:ext cx="0" cy="0"/>
          <a:chOff x="0" y="0"/>
          <a:chExt cx="0" cy="0"/>
        </a:xfrm>
      </p:grpSpPr>
      <p:pic>
        <p:nvPicPr>
          <p:cNvPr descr="Background pattern&#10;&#10;Description automatically generated" id="771" name="Google Shape;771;p67"/>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772" name="Google Shape;772;p67"/>
          <p:cNvSpPr/>
          <p:nvPr/>
        </p:nvSpPr>
        <p:spPr>
          <a:xfrm>
            <a:off x="285750" y="0"/>
            <a:ext cx="1190625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73" name="Google Shape;773;p67"/>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4" name="Google Shape;774;p67"/>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5" name="Google Shape;775;p67"/>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776" name="Google Shape;776;p67"/>
          <p:cNvSpPr txBox="1"/>
          <p:nvPr>
            <p:ph type="title"/>
          </p:nvPr>
        </p:nvSpPr>
        <p:spPr>
          <a:xfrm>
            <a:off x="571500" y="381000"/>
            <a:ext cx="11049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7" name="Google Shape;777;p67"/>
          <p:cNvSpPr/>
          <p:nvPr>
            <p:ph idx="2" type="pic"/>
          </p:nvPr>
        </p:nvSpPr>
        <p:spPr>
          <a:xfrm>
            <a:off x="1905000" y="1524000"/>
            <a:ext cx="8382000" cy="4714876"/>
          </a:xfrm>
          <a:prstGeom prst="rect">
            <a:avLst/>
          </a:prstGeom>
          <a:solidFill>
            <a:schemeClr val="lt1"/>
          </a:solidFill>
          <a:ln cap="rnd" cmpd="sng" w="25400">
            <a:solidFill>
              <a:schemeClr val="lt1"/>
            </a:solidFill>
            <a:prstDash val="solid"/>
            <a:round/>
            <a:headEnd len="sm" w="sm" type="none"/>
            <a:tailEnd len="sm" w="sm" type="none"/>
          </a:ln>
          <a:effectLst>
            <a:outerShdw blurRad="508000" rotWithShape="0" algn="ctr" dir="5400000" dist="101600">
              <a:srgbClr val="000000">
                <a:alpha val="21961"/>
              </a:srgbClr>
            </a:outerShdw>
          </a:effectLst>
        </p:spPr>
      </p:sp>
      <p:grpSp>
        <p:nvGrpSpPr>
          <p:cNvPr id="778" name="Google Shape;778;p67"/>
          <p:cNvGrpSpPr/>
          <p:nvPr/>
        </p:nvGrpSpPr>
        <p:grpSpPr>
          <a:xfrm>
            <a:off x="11407071" y="476250"/>
            <a:ext cx="213430" cy="571500"/>
            <a:chOff x="4249" y="1683"/>
            <a:chExt cx="695" cy="1861"/>
          </a:xfrm>
        </p:grpSpPr>
        <p:sp>
          <p:nvSpPr>
            <p:cNvPr id="779" name="Google Shape;779;p67"/>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780" name="Google Shape;780;p67"/>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300"/>
                                        <p:tgtEl>
                                          <p:spTgt spid="7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lapping Screenshots (Demo)">
  <p:cSld name="Overlapping Screenshots (Demo)">
    <p:bg>
      <p:bgPr>
        <a:gradFill>
          <a:gsLst>
            <a:gs pos="0">
              <a:schemeClr val="accent2"/>
            </a:gs>
            <a:gs pos="100000">
              <a:schemeClr val="dk2"/>
            </a:gs>
          </a:gsLst>
          <a:lin ang="5400000" scaled="0"/>
        </a:gradFill>
      </p:bgPr>
    </p:bg>
    <p:spTree>
      <p:nvGrpSpPr>
        <p:cNvPr id="781" name="Shape 781"/>
        <p:cNvGrpSpPr/>
        <p:nvPr/>
      </p:nvGrpSpPr>
      <p:grpSpPr>
        <a:xfrm>
          <a:off x="0" y="0"/>
          <a:ext cx="0" cy="0"/>
          <a:chOff x="0" y="0"/>
          <a:chExt cx="0" cy="0"/>
        </a:xfrm>
      </p:grpSpPr>
      <p:pic>
        <p:nvPicPr>
          <p:cNvPr descr="Background pattern&#10;&#10;Description automatically generated" id="782" name="Google Shape;782;p68"/>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783" name="Google Shape;783;p68"/>
          <p:cNvSpPr/>
          <p:nvPr/>
        </p:nvSpPr>
        <p:spPr>
          <a:xfrm>
            <a:off x="285750" y="0"/>
            <a:ext cx="1190625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84" name="Google Shape;784;p68"/>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5" name="Google Shape;785;p68"/>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6" name="Google Shape;786;p68"/>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787" name="Google Shape;787;p68"/>
          <p:cNvSpPr txBox="1"/>
          <p:nvPr>
            <p:ph type="title"/>
          </p:nvPr>
        </p:nvSpPr>
        <p:spPr>
          <a:xfrm>
            <a:off x="571500" y="381000"/>
            <a:ext cx="11049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8" name="Google Shape;788;p68"/>
          <p:cNvSpPr/>
          <p:nvPr>
            <p:ph idx="2" type="pic"/>
          </p:nvPr>
        </p:nvSpPr>
        <p:spPr>
          <a:xfrm>
            <a:off x="571500" y="1460501"/>
            <a:ext cx="6858000" cy="3572355"/>
          </a:xfrm>
          <a:prstGeom prst="rect">
            <a:avLst/>
          </a:prstGeom>
          <a:solidFill>
            <a:schemeClr val="lt1"/>
          </a:solidFill>
          <a:ln cap="rnd" cmpd="sng" w="25400">
            <a:solidFill>
              <a:schemeClr val="lt1"/>
            </a:solidFill>
            <a:prstDash val="solid"/>
            <a:round/>
            <a:headEnd len="sm" w="sm" type="none"/>
            <a:tailEnd len="sm" w="sm" type="none"/>
          </a:ln>
          <a:effectLst>
            <a:outerShdw blurRad="508000" rotWithShape="0" algn="ctr" dir="5400000" dist="101600">
              <a:srgbClr val="000000">
                <a:alpha val="21961"/>
              </a:srgbClr>
            </a:outerShdw>
          </a:effectLst>
        </p:spPr>
      </p:sp>
      <p:sp>
        <p:nvSpPr>
          <p:cNvPr id="789" name="Google Shape;789;p68"/>
          <p:cNvSpPr/>
          <p:nvPr>
            <p:ph idx="3" type="pic"/>
          </p:nvPr>
        </p:nvSpPr>
        <p:spPr>
          <a:xfrm>
            <a:off x="4762500" y="2714146"/>
            <a:ext cx="6858000" cy="3572354"/>
          </a:xfrm>
          <a:prstGeom prst="rect">
            <a:avLst/>
          </a:prstGeom>
          <a:solidFill>
            <a:schemeClr val="lt1"/>
          </a:solidFill>
          <a:ln cap="rnd" cmpd="sng" w="25400">
            <a:solidFill>
              <a:schemeClr val="lt1"/>
            </a:solidFill>
            <a:prstDash val="solid"/>
            <a:round/>
            <a:headEnd len="sm" w="sm" type="none"/>
            <a:tailEnd len="sm" w="sm" type="none"/>
          </a:ln>
          <a:effectLst>
            <a:outerShdw blurRad="508000" rotWithShape="0" algn="ctr" dir="5400000" dist="101600">
              <a:srgbClr val="000000">
                <a:alpha val="21961"/>
              </a:srgbClr>
            </a:outerShdw>
          </a:effectLst>
        </p:spPr>
      </p:sp>
      <p:grpSp>
        <p:nvGrpSpPr>
          <p:cNvPr id="790" name="Google Shape;790;p68"/>
          <p:cNvGrpSpPr/>
          <p:nvPr/>
        </p:nvGrpSpPr>
        <p:grpSpPr>
          <a:xfrm>
            <a:off x="11407071" y="476250"/>
            <a:ext cx="213430" cy="571500"/>
            <a:chOff x="4249" y="1683"/>
            <a:chExt cx="695" cy="1861"/>
          </a:xfrm>
        </p:grpSpPr>
        <p:sp>
          <p:nvSpPr>
            <p:cNvPr id="791" name="Google Shape;791;p68"/>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792" name="Google Shape;792;p68"/>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300"/>
                                        <p:tgtEl>
                                          <p:spTgt spid="788"/>
                                        </p:tgtEl>
                                      </p:cBhvr>
                                    </p:animEffect>
                                  </p:childTnLst>
                                </p:cTn>
                              </p:par>
                              <p:par>
                                <p:cTn fill="hold" nodeType="withEffect" presetClass="entr" presetID="10" presetSubtype="0">
                                  <p:stCondLst>
                                    <p:cond delay="0"/>
                                  </p:stCondLst>
                                  <p:childTnLst>
                                    <p:set>
                                      <p:cBhvr>
                                        <p:cTn dur="1" fill="hold">
                                          <p:stCondLst>
                                            <p:cond delay="0"/>
                                          </p:stCondLst>
                                        </p:cTn>
                                        <p:tgtEl>
                                          <p:spTgt spid="789"/>
                                        </p:tgtEl>
                                        <p:attrNameLst>
                                          <p:attrName>style.visibility</p:attrName>
                                        </p:attrNameLst>
                                      </p:cBhvr>
                                      <p:to>
                                        <p:strVal val="visible"/>
                                      </p:to>
                                    </p:set>
                                    <p:animEffect filter="fade" transition="in">
                                      <p:cBhvr>
                                        <p:cTn dur="300"/>
                                        <p:tgtEl>
                                          <p:spTgt spid="7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 Text">
  <p:cSld name="Screenshot + Text">
    <p:bg>
      <p:bgPr>
        <a:gradFill>
          <a:gsLst>
            <a:gs pos="0">
              <a:schemeClr val="accent2"/>
            </a:gs>
            <a:gs pos="100000">
              <a:schemeClr val="dk2"/>
            </a:gs>
          </a:gsLst>
          <a:lin ang="5400000" scaled="0"/>
        </a:gradFill>
      </p:bgPr>
    </p:bg>
    <p:spTree>
      <p:nvGrpSpPr>
        <p:cNvPr id="793" name="Shape 793"/>
        <p:cNvGrpSpPr/>
        <p:nvPr/>
      </p:nvGrpSpPr>
      <p:grpSpPr>
        <a:xfrm>
          <a:off x="0" y="0"/>
          <a:ext cx="0" cy="0"/>
          <a:chOff x="0" y="0"/>
          <a:chExt cx="0" cy="0"/>
        </a:xfrm>
      </p:grpSpPr>
      <p:pic>
        <p:nvPicPr>
          <p:cNvPr descr="Background pattern&#10;&#10;Description automatically generated" id="794" name="Google Shape;794;p69"/>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795" name="Google Shape;795;p69"/>
          <p:cNvSpPr/>
          <p:nvPr/>
        </p:nvSpPr>
        <p:spPr>
          <a:xfrm>
            <a:off x="571499" y="-1"/>
            <a:ext cx="11620501" cy="6858001"/>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96" name="Google Shape;796;p69"/>
          <p:cNvSpPr/>
          <p:nvPr/>
        </p:nvSpPr>
        <p:spPr>
          <a:xfrm>
            <a:off x="285750" y="0"/>
            <a:ext cx="447675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97" name="Google Shape;797;p69"/>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8" name="Google Shape;798;p69"/>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9" name="Google Shape;799;p69"/>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accent6"/>
                </a:solidFill>
                <a:latin typeface="Verdana"/>
                <a:ea typeface="Verdana"/>
                <a:cs typeface="Verdana"/>
                <a:sym typeface="Verdana"/>
              </a:defRPr>
            </a:lvl1pPr>
            <a:lvl2pPr indent="0" lvl="1" marL="0" algn="r">
              <a:spcBef>
                <a:spcPts val="0"/>
              </a:spcBef>
              <a:buNone/>
              <a:defRPr b="1" sz="1000">
                <a:solidFill>
                  <a:schemeClr val="accent6"/>
                </a:solidFill>
                <a:latin typeface="Verdana"/>
                <a:ea typeface="Verdana"/>
                <a:cs typeface="Verdana"/>
                <a:sym typeface="Verdana"/>
              </a:defRPr>
            </a:lvl2pPr>
            <a:lvl3pPr indent="0" lvl="2" marL="0" algn="r">
              <a:spcBef>
                <a:spcPts val="0"/>
              </a:spcBef>
              <a:buNone/>
              <a:defRPr b="1" sz="1000">
                <a:solidFill>
                  <a:schemeClr val="accent6"/>
                </a:solidFill>
                <a:latin typeface="Verdana"/>
                <a:ea typeface="Verdana"/>
                <a:cs typeface="Verdana"/>
                <a:sym typeface="Verdana"/>
              </a:defRPr>
            </a:lvl3pPr>
            <a:lvl4pPr indent="0" lvl="3" marL="0" algn="r">
              <a:spcBef>
                <a:spcPts val="0"/>
              </a:spcBef>
              <a:buNone/>
              <a:defRPr b="1" sz="1000">
                <a:solidFill>
                  <a:schemeClr val="accent6"/>
                </a:solidFill>
                <a:latin typeface="Verdana"/>
                <a:ea typeface="Verdana"/>
                <a:cs typeface="Verdana"/>
                <a:sym typeface="Verdana"/>
              </a:defRPr>
            </a:lvl4pPr>
            <a:lvl5pPr indent="0" lvl="4" marL="0" algn="r">
              <a:spcBef>
                <a:spcPts val="0"/>
              </a:spcBef>
              <a:buNone/>
              <a:defRPr b="1" sz="1000">
                <a:solidFill>
                  <a:schemeClr val="accent6"/>
                </a:solidFill>
                <a:latin typeface="Verdana"/>
                <a:ea typeface="Verdana"/>
                <a:cs typeface="Verdana"/>
                <a:sym typeface="Verdana"/>
              </a:defRPr>
            </a:lvl5pPr>
            <a:lvl6pPr indent="0" lvl="5" marL="0" algn="r">
              <a:spcBef>
                <a:spcPts val="0"/>
              </a:spcBef>
              <a:buNone/>
              <a:defRPr b="1" sz="1000">
                <a:solidFill>
                  <a:schemeClr val="accent6"/>
                </a:solidFill>
                <a:latin typeface="Verdana"/>
                <a:ea typeface="Verdana"/>
                <a:cs typeface="Verdana"/>
                <a:sym typeface="Verdana"/>
              </a:defRPr>
            </a:lvl6pPr>
            <a:lvl7pPr indent="0" lvl="6" marL="0" algn="r">
              <a:spcBef>
                <a:spcPts val="0"/>
              </a:spcBef>
              <a:buNone/>
              <a:defRPr b="1" sz="1000">
                <a:solidFill>
                  <a:schemeClr val="accent6"/>
                </a:solidFill>
                <a:latin typeface="Verdana"/>
                <a:ea typeface="Verdana"/>
                <a:cs typeface="Verdana"/>
                <a:sym typeface="Verdana"/>
              </a:defRPr>
            </a:lvl7pPr>
            <a:lvl8pPr indent="0" lvl="7" marL="0" algn="r">
              <a:spcBef>
                <a:spcPts val="0"/>
              </a:spcBef>
              <a:buNone/>
              <a:defRPr b="1" sz="1000">
                <a:solidFill>
                  <a:schemeClr val="accent6"/>
                </a:solidFill>
                <a:latin typeface="Verdana"/>
                <a:ea typeface="Verdana"/>
                <a:cs typeface="Verdana"/>
                <a:sym typeface="Verdana"/>
              </a:defRPr>
            </a:lvl8pPr>
            <a:lvl9pPr indent="0" lvl="8" mar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800" name="Google Shape;800;p69"/>
          <p:cNvSpPr txBox="1"/>
          <p:nvPr>
            <p:ph type="title"/>
          </p:nvPr>
        </p:nvSpPr>
        <p:spPr>
          <a:xfrm>
            <a:off x="571500" y="381000"/>
            <a:ext cx="4064000" cy="761997"/>
          </a:xfrm>
          <a:prstGeom prst="rect">
            <a:avLst/>
          </a:prstGeom>
          <a:noFill/>
          <a:ln>
            <a:noFill/>
          </a:ln>
        </p:spPr>
        <p:txBody>
          <a:bodyPr anchorCtr="0" anchor="ctr" bIns="0" lIns="0" spcFirstLastPara="1" rIns="108000" wrap="square" tIns="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1" name="Google Shape;801;p69"/>
          <p:cNvSpPr/>
          <p:nvPr>
            <p:ph idx="2" type="pic"/>
          </p:nvPr>
        </p:nvSpPr>
        <p:spPr>
          <a:xfrm>
            <a:off x="5333998" y="2137172"/>
            <a:ext cx="6286501" cy="3536157"/>
          </a:xfrm>
          <a:prstGeom prst="rect">
            <a:avLst/>
          </a:prstGeom>
          <a:solidFill>
            <a:schemeClr val="lt1"/>
          </a:solidFill>
          <a:ln cap="rnd" cmpd="sng" w="25400">
            <a:solidFill>
              <a:schemeClr val="lt1"/>
            </a:solidFill>
            <a:prstDash val="solid"/>
            <a:round/>
            <a:headEnd len="sm" w="sm" type="none"/>
            <a:tailEnd len="sm" w="sm" type="none"/>
          </a:ln>
          <a:effectLst>
            <a:outerShdw blurRad="508000" rotWithShape="0" algn="ctr" dir="5400000" dist="101600">
              <a:srgbClr val="000000">
                <a:alpha val="21961"/>
              </a:srgbClr>
            </a:outerShdw>
          </a:effectLst>
        </p:spPr>
      </p:sp>
      <p:grpSp>
        <p:nvGrpSpPr>
          <p:cNvPr id="802" name="Google Shape;802;p69"/>
          <p:cNvGrpSpPr/>
          <p:nvPr/>
        </p:nvGrpSpPr>
        <p:grpSpPr>
          <a:xfrm>
            <a:off x="11407071" y="476250"/>
            <a:ext cx="213430" cy="571500"/>
            <a:chOff x="4249" y="1683"/>
            <a:chExt cx="695" cy="1861"/>
          </a:xfrm>
        </p:grpSpPr>
        <p:sp>
          <p:nvSpPr>
            <p:cNvPr id="803" name="Google Shape;803;p69"/>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804" name="Google Shape;804;p69"/>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805" name="Google Shape;805;p69"/>
          <p:cNvSpPr txBox="1"/>
          <p:nvPr>
            <p:ph idx="1" type="body"/>
          </p:nvPr>
        </p:nvSpPr>
        <p:spPr>
          <a:xfrm>
            <a:off x="571499" y="1524000"/>
            <a:ext cx="4063999" cy="4762500"/>
          </a:xfrm>
          <a:prstGeom prst="rect">
            <a:avLst/>
          </a:prstGeom>
          <a:noFill/>
          <a:ln>
            <a:noFill/>
          </a:ln>
        </p:spPr>
        <p:txBody>
          <a:bodyPr anchorCtr="0" anchor="ctr" bIns="216000" lIns="0" spcFirstLastPara="1" rIns="10800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300"/>
                                        <p:tgtEl>
                                          <p:spTgt spid="8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headshot)">
  <p:cSld name="Quote (with headshot)">
    <p:bg>
      <p:bgPr>
        <a:gradFill>
          <a:gsLst>
            <a:gs pos="0">
              <a:schemeClr val="accent2"/>
            </a:gs>
            <a:gs pos="100000">
              <a:schemeClr val="dk2"/>
            </a:gs>
          </a:gsLst>
          <a:lin ang="5400000" scaled="0"/>
        </a:gradFill>
      </p:bgPr>
    </p:bg>
    <p:spTree>
      <p:nvGrpSpPr>
        <p:cNvPr id="806" name="Shape 806"/>
        <p:cNvGrpSpPr/>
        <p:nvPr/>
      </p:nvGrpSpPr>
      <p:grpSpPr>
        <a:xfrm>
          <a:off x="0" y="0"/>
          <a:ext cx="0" cy="0"/>
          <a:chOff x="0" y="0"/>
          <a:chExt cx="0" cy="0"/>
        </a:xfrm>
      </p:grpSpPr>
      <p:sp>
        <p:nvSpPr>
          <p:cNvPr id="807" name="Google Shape;807;p70"/>
          <p:cNvSpPr/>
          <p:nvPr/>
        </p:nvSpPr>
        <p:spPr>
          <a:xfrm>
            <a:off x="3554540" y="1787902"/>
            <a:ext cx="4000500" cy="4000500"/>
          </a:xfrm>
          <a:prstGeom prst="ellipse">
            <a:avLst/>
          </a:prstGeom>
          <a:gradFill>
            <a:gsLst>
              <a:gs pos="0">
                <a:srgbClr val="000000">
                  <a:alpha val="0"/>
                </a:srgbClr>
              </a:gs>
              <a:gs pos="100000">
                <a:srgbClr val="000000">
                  <a:alpha val="70196"/>
                </a:srgbClr>
              </a:gs>
            </a:gsLst>
            <a:lin ang="5400000" scaled="0"/>
          </a:gradFill>
          <a:ln>
            <a:noFill/>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08" name="Google Shape;808;p70"/>
          <p:cNvSpPr/>
          <p:nvPr/>
        </p:nvSpPr>
        <p:spPr>
          <a:xfrm>
            <a:off x="2770699" y="700789"/>
            <a:ext cx="5456421" cy="5456421"/>
          </a:xfrm>
          <a:prstGeom prst="ellipse">
            <a:avLst/>
          </a:prstGeom>
          <a:noFill/>
          <a:ln cap="flat" cmpd="sng" w="76200">
            <a:solidFill>
              <a:schemeClr val="lt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09" name="Google Shape;809;p70"/>
          <p:cNvSpPr/>
          <p:nvPr/>
        </p:nvSpPr>
        <p:spPr>
          <a:xfrm>
            <a:off x="6540499" y="3810000"/>
            <a:ext cx="2667000" cy="2667000"/>
          </a:xfrm>
          <a:prstGeom prst="ellipse">
            <a:avLst/>
          </a:prstGeom>
          <a:noFill/>
          <a:ln cap="flat" cmpd="sng" w="76200">
            <a:solidFill>
              <a:schemeClr val="dk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10" name="Google Shape;810;p70"/>
          <p:cNvSpPr/>
          <p:nvPr/>
        </p:nvSpPr>
        <p:spPr>
          <a:xfrm>
            <a:off x="10455633" y="5349282"/>
            <a:ext cx="1863365" cy="1635716"/>
          </a:xfrm>
          <a:custGeom>
            <a:rect b="b" l="l" r="r" t="t"/>
            <a:pathLst>
              <a:path extrusionOk="0" h="1635716" w="1863365">
                <a:moveTo>
                  <a:pt x="0" y="1635716"/>
                </a:moveTo>
                <a:lnTo>
                  <a:pt x="38283" y="1515226"/>
                </a:lnTo>
                <a:cubicBezTo>
                  <a:pt x="316622" y="755045"/>
                  <a:pt x="974270" y="177704"/>
                  <a:pt x="1782014" y="12416"/>
                </a:cubicBezTo>
                <a:lnTo>
                  <a:pt x="1863365" y="0"/>
                </a:lnTo>
              </a:path>
            </a:pathLst>
          </a:custGeom>
          <a:noFill/>
          <a:ln cap="flat" cmpd="sng" w="38100">
            <a:solidFill>
              <a:schemeClr val="lt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pic>
        <p:nvPicPr>
          <p:cNvPr descr="Background pattern&#10;&#10;Description automatically generated" id="811" name="Google Shape;811;p70"/>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812" name="Google Shape;812;p70"/>
          <p:cNvSpPr/>
          <p:nvPr/>
        </p:nvSpPr>
        <p:spPr>
          <a:xfrm>
            <a:off x="2" y="0"/>
            <a:ext cx="12191999" cy="6858000"/>
          </a:xfrm>
          <a:custGeom>
            <a:rect b="b" l="l" r="r" t="t"/>
            <a:pathLst>
              <a:path extrusionOk="0" h="6858000" w="12191999">
                <a:moveTo>
                  <a:pt x="0" y="0"/>
                </a:moveTo>
                <a:lnTo>
                  <a:pt x="12191999" y="0"/>
                </a:lnTo>
                <a:lnTo>
                  <a:pt x="12191999" y="2113273"/>
                </a:lnTo>
                <a:cubicBezTo>
                  <a:pt x="9445578" y="4877378"/>
                  <a:pt x="5994802" y="4486648"/>
                  <a:pt x="3252876" y="6839518"/>
                </a:cubicBezTo>
                <a:lnTo>
                  <a:pt x="3232312"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13" name="Google Shape;813;p70"/>
          <p:cNvSpPr txBox="1"/>
          <p:nvPr>
            <p:ph type="ctrTitle"/>
          </p:nvPr>
        </p:nvSpPr>
        <p:spPr>
          <a:xfrm>
            <a:off x="571500" y="381000"/>
            <a:ext cx="8255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4" name="Google Shape;814;p70"/>
          <p:cNvSpPr txBox="1"/>
          <p:nvPr>
            <p:ph idx="11" type="ftr"/>
          </p:nvPr>
        </p:nvSpPr>
        <p:spPr>
          <a:xfrm>
            <a:off x="571500" y="6477000"/>
            <a:ext cx="26670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5" name="Google Shape;815;p70"/>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6" name="Google Shape;816;p70"/>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817" name="Google Shape;817;p70"/>
          <p:cNvSpPr txBox="1"/>
          <p:nvPr>
            <p:ph idx="1" type="body"/>
          </p:nvPr>
        </p:nvSpPr>
        <p:spPr>
          <a:xfrm>
            <a:off x="571500" y="4447290"/>
            <a:ext cx="4063999" cy="1011420"/>
          </a:xfrm>
          <a:prstGeom prst="rect">
            <a:avLst/>
          </a:prstGeom>
          <a:noFill/>
          <a:ln>
            <a:noFill/>
          </a:ln>
        </p:spPr>
        <p:txBody>
          <a:bodyPr anchorCtr="0" anchor="b" bIns="0" lIns="0" spcFirstLastPara="1" rIns="360000" wrap="square" tIns="0">
            <a:normAutofit/>
          </a:bodyPr>
          <a:lstStyle>
            <a:lvl1pPr indent="-228600" lvl="0" marL="457200" algn="l">
              <a:lnSpc>
                <a:spcPct val="90000"/>
              </a:lnSpc>
              <a:spcBef>
                <a:spcPts val="0"/>
              </a:spcBef>
              <a:spcAft>
                <a:spcPts val="0"/>
              </a:spcAft>
              <a:buSzPts val="2400"/>
              <a:buFont typeface="Lucida Sans"/>
              <a:buNone/>
              <a:defRPr sz="2000"/>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818" name="Google Shape;818;p70"/>
          <p:cNvSpPr/>
          <p:nvPr>
            <p:ph idx="2" type="pic"/>
          </p:nvPr>
        </p:nvSpPr>
        <p:spPr>
          <a:xfrm>
            <a:off x="571500" y="5715000"/>
            <a:ext cx="2667000" cy="571500"/>
          </a:xfrm>
          <a:prstGeom prst="rect">
            <a:avLst/>
          </a:prstGeom>
          <a:noFill/>
          <a:ln>
            <a:noFill/>
          </a:ln>
        </p:spPr>
      </p:sp>
      <p:sp>
        <p:nvSpPr>
          <p:cNvPr id="819" name="Google Shape;819;p70"/>
          <p:cNvSpPr/>
          <p:nvPr>
            <p:ph idx="3" type="pic"/>
          </p:nvPr>
        </p:nvSpPr>
        <p:spPr>
          <a:xfrm>
            <a:off x="8953501" y="476250"/>
            <a:ext cx="2167820" cy="571500"/>
          </a:xfrm>
          <a:prstGeom prst="rect">
            <a:avLst/>
          </a:prstGeom>
          <a:noFill/>
          <a:ln>
            <a:noFill/>
          </a:ln>
        </p:spPr>
      </p:sp>
      <p:sp>
        <p:nvSpPr>
          <p:cNvPr id="820" name="Google Shape;820;p70"/>
          <p:cNvSpPr/>
          <p:nvPr>
            <p:ph idx="4" type="pic"/>
          </p:nvPr>
        </p:nvSpPr>
        <p:spPr>
          <a:xfrm>
            <a:off x="8127999" y="2222500"/>
            <a:ext cx="3492500" cy="3492500"/>
          </a:xfrm>
          <a:prstGeom prst="rect">
            <a:avLst/>
          </a:prstGeom>
          <a:solidFill>
            <a:schemeClr val="lt1"/>
          </a:solidFill>
          <a:ln>
            <a:noFill/>
          </a:ln>
          <a:effectLst>
            <a:outerShdw blurRad="381000" sx="102000" rotWithShape="0" algn="ctr" sy="102000">
              <a:schemeClr val="accent6">
                <a:alpha val="50196"/>
              </a:schemeClr>
            </a:outerShdw>
          </a:effectLst>
        </p:spPr>
      </p:sp>
      <p:sp>
        <p:nvSpPr>
          <p:cNvPr id="821" name="Google Shape;821;p70"/>
          <p:cNvSpPr txBox="1"/>
          <p:nvPr>
            <p:ph idx="5" type="body"/>
          </p:nvPr>
        </p:nvSpPr>
        <p:spPr>
          <a:xfrm>
            <a:off x="571499" y="1524001"/>
            <a:ext cx="7619997" cy="2667000"/>
          </a:xfrm>
          <a:prstGeom prst="rect">
            <a:avLst/>
          </a:prstGeom>
          <a:noFill/>
          <a:ln>
            <a:noFill/>
          </a:ln>
        </p:spPr>
        <p:txBody>
          <a:bodyPr anchorCtr="0" anchor="ctr" bIns="0" lIns="0" spcFirstLastPara="1" rIns="360000" wrap="square" tIns="0">
            <a:normAutofit/>
          </a:bodyPr>
          <a:lstStyle>
            <a:lvl1pPr indent="-228600" lvl="0" marL="457200" algn="l">
              <a:lnSpc>
                <a:spcPct val="90000"/>
              </a:lnSpc>
              <a:spcBef>
                <a:spcPts val="0"/>
              </a:spcBef>
              <a:spcAft>
                <a:spcPts val="0"/>
              </a:spcAft>
              <a:buSzPts val="2400"/>
              <a:buFont typeface="Lucida Sans"/>
              <a:buNone/>
              <a:defRPr sz="2000"/>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grpSp>
        <p:nvGrpSpPr>
          <p:cNvPr id="822" name="Google Shape;822;p70"/>
          <p:cNvGrpSpPr/>
          <p:nvPr/>
        </p:nvGrpSpPr>
        <p:grpSpPr>
          <a:xfrm>
            <a:off x="11407071" y="476250"/>
            <a:ext cx="213430" cy="571500"/>
            <a:chOff x="4249" y="1683"/>
            <a:chExt cx="695" cy="1861"/>
          </a:xfrm>
        </p:grpSpPr>
        <p:sp>
          <p:nvSpPr>
            <p:cNvPr id="823" name="Google Shape;823;p70"/>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824" name="Google Shape;824;p70"/>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out headshot)">
  <p:cSld name="Quote (without headshot)">
    <p:bg>
      <p:bgPr>
        <a:gradFill>
          <a:gsLst>
            <a:gs pos="0">
              <a:schemeClr val="accent6"/>
            </a:gs>
            <a:gs pos="34000">
              <a:schemeClr val="accent6"/>
            </a:gs>
            <a:gs pos="100000">
              <a:schemeClr val="dk2"/>
            </a:gs>
          </a:gsLst>
          <a:lin ang="5400000" scaled="0"/>
        </a:gradFill>
      </p:bgPr>
    </p:bg>
    <p:spTree>
      <p:nvGrpSpPr>
        <p:cNvPr id="825" name="Shape 825"/>
        <p:cNvGrpSpPr/>
        <p:nvPr/>
      </p:nvGrpSpPr>
      <p:grpSpPr>
        <a:xfrm>
          <a:off x="0" y="0"/>
          <a:ext cx="0" cy="0"/>
          <a:chOff x="0" y="0"/>
          <a:chExt cx="0" cy="0"/>
        </a:xfrm>
      </p:grpSpPr>
      <p:sp>
        <p:nvSpPr>
          <p:cNvPr id="826" name="Google Shape;826;p71"/>
          <p:cNvSpPr/>
          <p:nvPr/>
        </p:nvSpPr>
        <p:spPr>
          <a:xfrm>
            <a:off x="10020945" y="2095500"/>
            <a:ext cx="2171055" cy="4065460"/>
          </a:xfrm>
          <a:custGeom>
            <a:rect b="b" l="l" r="r" t="t"/>
            <a:pathLst>
              <a:path extrusionOk="0" h="4065460" w="2171055">
                <a:moveTo>
                  <a:pt x="2032730" y="0"/>
                </a:moveTo>
                <a:lnTo>
                  <a:pt x="2171055" y="6985"/>
                </a:lnTo>
                <a:lnTo>
                  <a:pt x="2171055" y="4058475"/>
                </a:lnTo>
                <a:lnTo>
                  <a:pt x="2032730" y="4065460"/>
                </a:lnTo>
                <a:cubicBezTo>
                  <a:pt x="910084" y="4065460"/>
                  <a:pt x="0" y="3155376"/>
                  <a:pt x="0" y="2032730"/>
                </a:cubicBezTo>
                <a:cubicBezTo>
                  <a:pt x="0" y="910084"/>
                  <a:pt x="910084" y="0"/>
                  <a:pt x="2032730" y="0"/>
                </a:cubicBezTo>
                <a:close/>
              </a:path>
            </a:pathLst>
          </a:custGeom>
          <a:gradFill>
            <a:gsLst>
              <a:gs pos="0">
                <a:srgbClr val="FFFFFF">
                  <a:alpha val="0"/>
                </a:srgbClr>
              </a:gs>
              <a:gs pos="30000">
                <a:srgbClr val="FFFFFF">
                  <a:alpha val="0"/>
                </a:srgbClr>
              </a:gs>
              <a:gs pos="100000">
                <a:srgbClr val="FFFFFF">
                  <a:alpha val="70196"/>
                </a:srgbClr>
              </a:gs>
            </a:gsLst>
            <a:lin ang="6000000" scaled="0"/>
          </a:gradFill>
          <a:ln>
            <a:noFill/>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27" name="Google Shape;827;p71"/>
          <p:cNvSpPr/>
          <p:nvPr/>
        </p:nvSpPr>
        <p:spPr>
          <a:xfrm>
            <a:off x="10455633" y="5349282"/>
            <a:ext cx="1863365" cy="1635716"/>
          </a:xfrm>
          <a:custGeom>
            <a:rect b="b" l="l" r="r" t="t"/>
            <a:pathLst>
              <a:path extrusionOk="0" h="1635716" w="1863365">
                <a:moveTo>
                  <a:pt x="0" y="1635716"/>
                </a:moveTo>
                <a:lnTo>
                  <a:pt x="38283" y="1515226"/>
                </a:lnTo>
                <a:cubicBezTo>
                  <a:pt x="316622" y="755045"/>
                  <a:pt x="974270" y="177704"/>
                  <a:pt x="1782014" y="12416"/>
                </a:cubicBezTo>
                <a:lnTo>
                  <a:pt x="1863365" y="0"/>
                </a:lnTo>
              </a:path>
            </a:pathLst>
          </a:custGeom>
          <a:noFill/>
          <a:ln cap="flat" cmpd="sng" w="38100">
            <a:solidFill>
              <a:schemeClr val="lt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28" name="Google Shape;828;p71"/>
          <p:cNvSpPr/>
          <p:nvPr/>
        </p:nvSpPr>
        <p:spPr>
          <a:xfrm>
            <a:off x="3554540" y="1917192"/>
            <a:ext cx="4000500" cy="4000500"/>
          </a:xfrm>
          <a:prstGeom prst="ellipse">
            <a:avLst/>
          </a:prstGeom>
          <a:gradFill>
            <a:gsLst>
              <a:gs pos="0">
                <a:srgbClr val="000000">
                  <a:alpha val="0"/>
                </a:srgbClr>
              </a:gs>
              <a:gs pos="100000">
                <a:srgbClr val="000000">
                  <a:alpha val="70196"/>
                </a:srgbClr>
              </a:gs>
            </a:gsLst>
            <a:lin ang="5400000" scaled="0"/>
          </a:gradFill>
          <a:ln>
            <a:noFill/>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29" name="Google Shape;829;p71"/>
          <p:cNvSpPr/>
          <p:nvPr/>
        </p:nvSpPr>
        <p:spPr>
          <a:xfrm>
            <a:off x="2770699" y="830079"/>
            <a:ext cx="5456421" cy="5456421"/>
          </a:xfrm>
          <a:prstGeom prst="ellipse">
            <a:avLst/>
          </a:prstGeom>
          <a:noFill/>
          <a:ln cap="flat" cmpd="sng" w="76200">
            <a:solidFill>
              <a:schemeClr val="lt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30" name="Google Shape;830;p71"/>
          <p:cNvSpPr/>
          <p:nvPr/>
        </p:nvSpPr>
        <p:spPr>
          <a:xfrm>
            <a:off x="6159499" y="3809999"/>
            <a:ext cx="3683002" cy="3174999"/>
          </a:xfrm>
          <a:custGeom>
            <a:rect b="b" l="l" r="r" t="t"/>
            <a:pathLst>
              <a:path extrusionOk="0" h="3174999" w="3683002">
                <a:moveTo>
                  <a:pt x="573868" y="3174999"/>
                </a:moveTo>
                <a:lnTo>
                  <a:pt x="539363" y="3143639"/>
                </a:lnTo>
                <a:cubicBezTo>
                  <a:pt x="206117" y="2810393"/>
                  <a:pt x="0" y="2350018"/>
                  <a:pt x="0" y="1841501"/>
                </a:cubicBezTo>
                <a:cubicBezTo>
                  <a:pt x="0" y="824468"/>
                  <a:pt x="824468" y="0"/>
                  <a:pt x="1841501" y="0"/>
                </a:cubicBezTo>
                <a:cubicBezTo>
                  <a:pt x="2858534" y="0"/>
                  <a:pt x="3683002" y="824468"/>
                  <a:pt x="3683002" y="1841501"/>
                </a:cubicBezTo>
                <a:cubicBezTo>
                  <a:pt x="3683002" y="2350018"/>
                  <a:pt x="3476885" y="2810393"/>
                  <a:pt x="3143639" y="3143639"/>
                </a:cubicBezTo>
              </a:path>
            </a:pathLst>
          </a:custGeom>
          <a:noFill/>
          <a:ln cap="flat" cmpd="sng" w="76200">
            <a:solidFill>
              <a:schemeClr val="dk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pic>
        <p:nvPicPr>
          <p:cNvPr descr="Background pattern&#10;&#10;Description automatically generated" id="831" name="Google Shape;831;p71"/>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832" name="Google Shape;832;p71"/>
          <p:cNvSpPr/>
          <p:nvPr/>
        </p:nvSpPr>
        <p:spPr>
          <a:xfrm>
            <a:off x="2" y="0"/>
            <a:ext cx="12191999" cy="6858000"/>
          </a:xfrm>
          <a:custGeom>
            <a:rect b="b" l="l" r="r" t="t"/>
            <a:pathLst>
              <a:path extrusionOk="0" h="6858000" w="12191999">
                <a:moveTo>
                  <a:pt x="0" y="0"/>
                </a:moveTo>
                <a:lnTo>
                  <a:pt x="12191999" y="0"/>
                </a:lnTo>
                <a:lnTo>
                  <a:pt x="12191999" y="2113273"/>
                </a:lnTo>
                <a:cubicBezTo>
                  <a:pt x="9445578" y="4877378"/>
                  <a:pt x="5994802" y="4486648"/>
                  <a:pt x="3252876" y="6839518"/>
                </a:cubicBezTo>
                <a:lnTo>
                  <a:pt x="3232312"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33" name="Google Shape;833;p71"/>
          <p:cNvSpPr txBox="1"/>
          <p:nvPr>
            <p:ph type="ctrTitle"/>
          </p:nvPr>
        </p:nvSpPr>
        <p:spPr>
          <a:xfrm>
            <a:off x="571500" y="381000"/>
            <a:ext cx="8255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4" name="Google Shape;834;p71"/>
          <p:cNvSpPr txBox="1"/>
          <p:nvPr>
            <p:ph idx="11" type="ftr"/>
          </p:nvPr>
        </p:nvSpPr>
        <p:spPr>
          <a:xfrm>
            <a:off x="571500" y="6477000"/>
            <a:ext cx="26670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5" name="Google Shape;835;p71"/>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6" name="Google Shape;836;p71"/>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837" name="Google Shape;837;p71"/>
          <p:cNvSpPr/>
          <p:nvPr>
            <p:ph idx="2" type="pic"/>
          </p:nvPr>
        </p:nvSpPr>
        <p:spPr>
          <a:xfrm>
            <a:off x="571500" y="5715000"/>
            <a:ext cx="2667000" cy="571500"/>
          </a:xfrm>
          <a:prstGeom prst="rect">
            <a:avLst/>
          </a:prstGeom>
          <a:noFill/>
          <a:ln>
            <a:noFill/>
          </a:ln>
        </p:spPr>
      </p:sp>
      <p:sp>
        <p:nvSpPr>
          <p:cNvPr id="838" name="Google Shape;838;p71"/>
          <p:cNvSpPr/>
          <p:nvPr>
            <p:ph idx="3" type="pic"/>
          </p:nvPr>
        </p:nvSpPr>
        <p:spPr>
          <a:xfrm>
            <a:off x="8953501" y="476250"/>
            <a:ext cx="2167820" cy="571500"/>
          </a:xfrm>
          <a:prstGeom prst="rect">
            <a:avLst/>
          </a:prstGeom>
          <a:noFill/>
          <a:ln>
            <a:noFill/>
          </a:ln>
        </p:spPr>
      </p:sp>
      <p:sp>
        <p:nvSpPr>
          <p:cNvPr id="839" name="Google Shape;839;p71"/>
          <p:cNvSpPr txBox="1"/>
          <p:nvPr>
            <p:ph idx="1" type="body"/>
          </p:nvPr>
        </p:nvSpPr>
        <p:spPr>
          <a:xfrm>
            <a:off x="571500" y="4447290"/>
            <a:ext cx="4063999" cy="1011420"/>
          </a:xfrm>
          <a:prstGeom prst="rect">
            <a:avLst/>
          </a:prstGeom>
          <a:noFill/>
          <a:ln>
            <a:noFill/>
          </a:ln>
        </p:spPr>
        <p:txBody>
          <a:bodyPr anchorCtr="0" anchor="b" bIns="0" lIns="0" spcFirstLastPara="1" rIns="360000" wrap="square" tIns="0">
            <a:normAutofit/>
          </a:bodyPr>
          <a:lstStyle>
            <a:lvl1pPr indent="-228600" lvl="0" marL="457200" algn="l">
              <a:lnSpc>
                <a:spcPct val="90000"/>
              </a:lnSpc>
              <a:spcBef>
                <a:spcPts val="0"/>
              </a:spcBef>
              <a:spcAft>
                <a:spcPts val="0"/>
              </a:spcAft>
              <a:buSzPts val="2400"/>
              <a:buFont typeface="Lucida Sans"/>
              <a:buNone/>
              <a:defRPr sz="2000"/>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840" name="Google Shape;840;p71"/>
          <p:cNvSpPr txBox="1"/>
          <p:nvPr>
            <p:ph idx="4" type="body"/>
          </p:nvPr>
        </p:nvSpPr>
        <p:spPr>
          <a:xfrm>
            <a:off x="571499" y="1524001"/>
            <a:ext cx="7619997" cy="2667000"/>
          </a:xfrm>
          <a:prstGeom prst="rect">
            <a:avLst/>
          </a:prstGeom>
          <a:noFill/>
          <a:ln>
            <a:noFill/>
          </a:ln>
        </p:spPr>
        <p:txBody>
          <a:bodyPr anchorCtr="0" anchor="ctr" bIns="0" lIns="0" spcFirstLastPara="1" rIns="360000" wrap="square" tIns="0">
            <a:normAutofit/>
          </a:bodyPr>
          <a:lstStyle>
            <a:lvl1pPr indent="-228600" lvl="0" marL="457200" algn="l">
              <a:lnSpc>
                <a:spcPct val="90000"/>
              </a:lnSpc>
              <a:spcBef>
                <a:spcPts val="0"/>
              </a:spcBef>
              <a:spcAft>
                <a:spcPts val="0"/>
              </a:spcAft>
              <a:buSzPts val="2400"/>
              <a:buFont typeface="Lucida Sans"/>
              <a:buNone/>
              <a:defRPr sz="2000"/>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grpSp>
        <p:nvGrpSpPr>
          <p:cNvPr id="841" name="Google Shape;841;p71"/>
          <p:cNvGrpSpPr/>
          <p:nvPr/>
        </p:nvGrpSpPr>
        <p:grpSpPr>
          <a:xfrm>
            <a:off x="11407071" y="476250"/>
            <a:ext cx="213430" cy="571500"/>
            <a:chOff x="4249" y="1683"/>
            <a:chExt cx="695" cy="1861"/>
          </a:xfrm>
        </p:grpSpPr>
        <p:sp>
          <p:nvSpPr>
            <p:cNvPr id="842" name="Google Shape;842;p71"/>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843" name="Google Shape;843;p71"/>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dark, with headshot)">
  <p:cSld name="Quote (dark, with headshot)">
    <p:bg>
      <p:bgPr>
        <a:solidFill>
          <a:schemeClr val="dk2"/>
        </a:solidFill>
      </p:bgPr>
    </p:bg>
    <p:spTree>
      <p:nvGrpSpPr>
        <p:cNvPr id="844" name="Shape 844"/>
        <p:cNvGrpSpPr/>
        <p:nvPr/>
      </p:nvGrpSpPr>
      <p:grpSpPr>
        <a:xfrm>
          <a:off x="0" y="0"/>
          <a:ext cx="0" cy="0"/>
          <a:chOff x="0" y="0"/>
          <a:chExt cx="0" cy="0"/>
        </a:xfrm>
      </p:grpSpPr>
      <p:sp>
        <p:nvSpPr>
          <p:cNvPr id="845" name="Google Shape;845;p72"/>
          <p:cNvSpPr/>
          <p:nvPr/>
        </p:nvSpPr>
        <p:spPr>
          <a:xfrm>
            <a:off x="3554540" y="1787902"/>
            <a:ext cx="4000500" cy="4000500"/>
          </a:xfrm>
          <a:prstGeom prst="ellipse">
            <a:avLst/>
          </a:prstGeom>
          <a:gradFill>
            <a:gsLst>
              <a:gs pos="0">
                <a:srgbClr val="FFFFFF">
                  <a:alpha val="0"/>
                </a:srgbClr>
              </a:gs>
              <a:gs pos="100000">
                <a:srgbClr val="FFFFFF">
                  <a:alpha val="70196"/>
                </a:srgbClr>
              </a:gs>
            </a:gsLst>
            <a:lin ang="5400000" scaled="0"/>
          </a:gradFill>
          <a:ln>
            <a:noFill/>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46" name="Google Shape;846;p72"/>
          <p:cNvSpPr/>
          <p:nvPr/>
        </p:nvSpPr>
        <p:spPr>
          <a:xfrm>
            <a:off x="2770699" y="700789"/>
            <a:ext cx="5456421" cy="5456421"/>
          </a:xfrm>
          <a:prstGeom prst="ellipse">
            <a:avLst/>
          </a:prstGeom>
          <a:noFill/>
          <a:ln cap="flat" cmpd="sng" w="76200">
            <a:solidFill>
              <a:schemeClr val="dk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47" name="Google Shape;847;p72"/>
          <p:cNvSpPr/>
          <p:nvPr/>
        </p:nvSpPr>
        <p:spPr>
          <a:xfrm>
            <a:off x="6540499" y="3810000"/>
            <a:ext cx="2667000" cy="2667000"/>
          </a:xfrm>
          <a:prstGeom prst="ellipse">
            <a:avLst/>
          </a:prstGeom>
          <a:noFill/>
          <a:ln cap="flat" cmpd="sng" w="76200">
            <a:solidFill>
              <a:schemeClr val="lt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48" name="Google Shape;848;p72"/>
          <p:cNvSpPr/>
          <p:nvPr/>
        </p:nvSpPr>
        <p:spPr>
          <a:xfrm>
            <a:off x="10455633" y="5349282"/>
            <a:ext cx="1863365" cy="1635716"/>
          </a:xfrm>
          <a:custGeom>
            <a:rect b="b" l="l" r="r" t="t"/>
            <a:pathLst>
              <a:path extrusionOk="0" h="1635716" w="1863365">
                <a:moveTo>
                  <a:pt x="0" y="1635716"/>
                </a:moveTo>
                <a:lnTo>
                  <a:pt x="38283" y="1515226"/>
                </a:lnTo>
                <a:cubicBezTo>
                  <a:pt x="316622" y="755045"/>
                  <a:pt x="974270" y="177704"/>
                  <a:pt x="1782014" y="12416"/>
                </a:cubicBezTo>
                <a:lnTo>
                  <a:pt x="1863365" y="0"/>
                </a:lnTo>
              </a:path>
            </a:pathLst>
          </a:custGeom>
          <a:noFill/>
          <a:ln cap="flat" cmpd="sng" w="38100">
            <a:solidFill>
              <a:schemeClr val="dk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pic>
        <p:nvPicPr>
          <p:cNvPr descr="Background pattern&#10;&#10;Description automatically generated" id="849" name="Google Shape;849;p72"/>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850" name="Google Shape;850;p72"/>
          <p:cNvSpPr/>
          <p:nvPr/>
        </p:nvSpPr>
        <p:spPr>
          <a:xfrm>
            <a:off x="2" y="0"/>
            <a:ext cx="12191999" cy="6858000"/>
          </a:xfrm>
          <a:custGeom>
            <a:rect b="b" l="l" r="r" t="t"/>
            <a:pathLst>
              <a:path extrusionOk="0" h="6858000" w="12191999">
                <a:moveTo>
                  <a:pt x="0" y="0"/>
                </a:moveTo>
                <a:lnTo>
                  <a:pt x="12191999" y="0"/>
                </a:lnTo>
                <a:lnTo>
                  <a:pt x="12191999" y="2113273"/>
                </a:lnTo>
                <a:cubicBezTo>
                  <a:pt x="9445578" y="4877378"/>
                  <a:pt x="5994802" y="4486648"/>
                  <a:pt x="3252876" y="6839518"/>
                </a:cubicBezTo>
                <a:lnTo>
                  <a:pt x="3232312" y="6858000"/>
                </a:lnTo>
                <a:lnTo>
                  <a:pt x="0" y="6858000"/>
                </a:lnTo>
                <a:close/>
              </a:path>
            </a:pathLst>
          </a:custGeom>
          <a:gradFill>
            <a:gsLst>
              <a:gs pos="0">
                <a:srgbClr val="231F6F"/>
              </a:gs>
              <a:gs pos="100000">
                <a:srgbClr val="17144A"/>
              </a:gs>
            </a:gsLst>
            <a:lin ang="7200000" scaled="0"/>
          </a:gradFill>
          <a:ln>
            <a:noFill/>
          </a:ln>
          <a:effectLst>
            <a:outerShdw blurRad="381000" rotWithShape="0" algn="ctr">
              <a:schemeClr val="dk2">
                <a:alpha val="70196"/>
              </a:schemeClr>
            </a:outerShdw>
          </a:effectLst>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851" name="Google Shape;851;p72"/>
          <p:cNvSpPr txBox="1"/>
          <p:nvPr>
            <p:ph type="ctrTitle"/>
          </p:nvPr>
        </p:nvSpPr>
        <p:spPr>
          <a:xfrm>
            <a:off x="571500" y="381000"/>
            <a:ext cx="8255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2800"/>
              <a:buFont typeface="Arial"/>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2" name="Google Shape;852;p72"/>
          <p:cNvSpPr txBox="1"/>
          <p:nvPr>
            <p:ph idx="11" type="ftr"/>
          </p:nvPr>
        </p:nvSpPr>
        <p:spPr>
          <a:xfrm>
            <a:off x="571500" y="6477000"/>
            <a:ext cx="26670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3" name="Google Shape;853;p72"/>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4" name="Google Shape;854;p72"/>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855" name="Google Shape;855;p72"/>
          <p:cNvSpPr txBox="1"/>
          <p:nvPr>
            <p:ph idx="1" type="body"/>
          </p:nvPr>
        </p:nvSpPr>
        <p:spPr>
          <a:xfrm>
            <a:off x="571500" y="4447290"/>
            <a:ext cx="4063999" cy="1011420"/>
          </a:xfrm>
          <a:prstGeom prst="rect">
            <a:avLst/>
          </a:prstGeom>
          <a:noFill/>
          <a:ln>
            <a:noFill/>
          </a:ln>
        </p:spPr>
        <p:txBody>
          <a:bodyPr anchorCtr="0" anchor="b" bIns="0" lIns="0" spcFirstLastPara="1" rIns="360000" wrap="square" tIns="0">
            <a:normAutofit/>
          </a:bodyPr>
          <a:lstStyle>
            <a:lvl1pPr indent="-228600" lvl="0" marL="457200" algn="l">
              <a:lnSpc>
                <a:spcPct val="90000"/>
              </a:lnSpc>
              <a:spcBef>
                <a:spcPts val="0"/>
              </a:spcBef>
              <a:spcAft>
                <a:spcPts val="0"/>
              </a:spcAft>
              <a:buSzPts val="2400"/>
              <a:buFont typeface="Lucida Sans"/>
              <a:buNone/>
              <a:defRPr sz="2000"/>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856" name="Google Shape;856;p72"/>
          <p:cNvSpPr/>
          <p:nvPr>
            <p:ph idx="2" type="pic"/>
          </p:nvPr>
        </p:nvSpPr>
        <p:spPr>
          <a:xfrm>
            <a:off x="571500" y="5715000"/>
            <a:ext cx="2667000" cy="571500"/>
          </a:xfrm>
          <a:prstGeom prst="rect">
            <a:avLst/>
          </a:prstGeom>
          <a:noFill/>
          <a:ln>
            <a:noFill/>
          </a:ln>
        </p:spPr>
      </p:sp>
      <p:sp>
        <p:nvSpPr>
          <p:cNvPr id="857" name="Google Shape;857;p72"/>
          <p:cNvSpPr/>
          <p:nvPr>
            <p:ph idx="3" type="pic"/>
          </p:nvPr>
        </p:nvSpPr>
        <p:spPr>
          <a:xfrm>
            <a:off x="8953501" y="476250"/>
            <a:ext cx="2167820" cy="571500"/>
          </a:xfrm>
          <a:prstGeom prst="rect">
            <a:avLst/>
          </a:prstGeom>
          <a:noFill/>
          <a:ln>
            <a:noFill/>
          </a:ln>
        </p:spPr>
      </p:sp>
      <p:sp>
        <p:nvSpPr>
          <p:cNvPr id="858" name="Google Shape;858;p72"/>
          <p:cNvSpPr/>
          <p:nvPr>
            <p:ph idx="4" type="pic"/>
          </p:nvPr>
        </p:nvSpPr>
        <p:spPr>
          <a:xfrm>
            <a:off x="8127999" y="2222500"/>
            <a:ext cx="3492500" cy="3492500"/>
          </a:xfrm>
          <a:prstGeom prst="rect">
            <a:avLst/>
          </a:prstGeom>
          <a:solidFill>
            <a:srgbClr val="17144A"/>
          </a:solidFill>
          <a:ln>
            <a:noFill/>
          </a:ln>
          <a:effectLst>
            <a:outerShdw blurRad="381000" sx="102000" rotWithShape="0" algn="ctr" sy="102000">
              <a:schemeClr val="dk2">
                <a:alpha val="50196"/>
              </a:schemeClr>
            </a:outerShdw>
          </a:effectLst>
        </p:spPr>
      </p:sp>
      <p:sp>
        <p:nvSpPr>
          <p:cNvPr id="859" name="Google Shape;859;p72"/>
          <p:cNvSpPr txBox="1"/>
          <p:nvPr>
            <p:ph idx="5" type="body"/>
          </p:nvPr>
        </p:nvSpPr>
        <p:spPr>
          <a:xfrm>
            <a:off x="571499" y="1524001"/>
            <a:ext cx="7619997" cy="2667000"/>
          </a:xfrm>
          <a:prstGeom prst="rect">
            <a:avLst/>
          </a:prstGeom>
          <a:noFill/>
          <a:ln>
            <a:noFill/>
          </a:ln>
        </p:spPr>
        <p:txBody>
          <a:bodyPr anchorCtr="0" anchor="ctr" bIns="0" lIns="0" spcFirstLastPara="1" rIns="360000" wrap="square" tIns="0">
            <a:normAutofit/>
          </a:bodyPr>
          <a:lstStyle>
            <a:lvl1pPr indent="-228600" lvl="0" marL="457200" algn="l">
              <a:lnSpc>
                <a:spcPct val="90000"/>
              </a:lnSpc>
              <a:spcBef>
                <a:spcPts val="0"/>
              </a:spcBef>
              <a:spcAft>
                <a:spcPts val="0"/>
              </a:spcAft>
              <a:buSzPts val="2400"/>
              <a:buFont typeface="Lucida Sans"/>
              <a:buNone/>
              <a:defRPr sz="2000"/>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grpSp>
        <p:nvGrpSpPr>
          <p:cNvPr id="860" name="Google Shape;860;p72"/>
          <p:cNvGrpSpPr/>
          <p:nvPr/>
        </p:nvGrpSpPr>
        <p:grpSpPr>
          <a:xfrm>
            <a:off x="11407071" y="476250"/>
            <a:ext cx="213430" cy="571500"/>
            <a:chOff x="4249" y="1683"/>
            <a:chExt cx="695" cy="1861"/>
          </a:xfrm>
        </p:grpSpPr>
        <p:sp>
          <p:nvSpPr>
            <p:cNvPr id="861" name="Google Shape;861;p72"/>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862" name="Google Shape;862;p72"/>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dark, without headshot)">
  <p:cSld name="Quote (dark, without headshot)">
    <p:bg>
      <p:bgPr>
        <a:solidFill>
          <a:schemeClr val="dk2"/>
        </a:solidFill>
      </p:bgPr>
    </p:bg>
    <p:spTree>
      <p:nvGrpSpPr>
        <p:cNvPr id="863" name="Shape 863"/>
        <p:cNvGrpSpPr/>
        <p:nvPr/>
      </p:nvGrpSpPr>
      <p:grpSpPr>
        <a:xfrm>
          <a:off x="0" y="0"/>
          <a:ext cx="0" cy="0"/>
          <a:chOff x="0" y="0"/>
          <a:chExt cx="0" cy="0"/>
        </a:xfrm>
      </p:grpSpPr>
      <p:sp>
        <p:nvSpPr>
          <p:cNvPr id="864" name="Google Shape;864;p73"/>
          <p:cNvSpPr/>
          <p:nvPr/>
        </p:nvSpPr>
        <p:spPr>
          <a:xfrm>
            <a:off x="10020945" y="2095500"/>
            <a:ext cx="2171055" cy="4065460"/>
          </a:xfrm>
          <a:custGeom>
            <a:rect b="b" l="l" r="r" t="t"/>
            <a:pathLst>
              <a:path extrusionOk="0" h="4065460" w="2171055">
                <a:moveTo>
                  <a:pt x="2032730" y="0"/>
                </a:moveTo>
                <a:lnTo>
                  <a:pt x="2171055" y="6985"/>
                </a:lnTo>
                <a:lnTo>
                  <a:pt x="2171055" y="4058475"/>
                </a:lnTo>
                <a:lnTo>
                  <a:pt x="2032730" y="4065460"/>
                </a:lnTo>
                <a:cubicBezTo>
                  <a:pt x="910084" y="4065460"/>
                  <a:pt x="0" y="3155376"/>
                  <a:pt x="0" y="2032730"/>
                </a:cubicBezTo>
                <a:cubicBezTo>
                  <a:pt x="0" y="910084"/>
                  <a:pt x="910084" y="0"/>
                  <a:pt x="2032730" y="0"/>
                </a:cubicBezTo>
                <a:close/>
              </a:path>
            </a:pathLst>
          </a:custGeom>
          <a:gradFill>
            <a:gsLst>
              <a:gs pos="0">
                <a:srgbClr val="000000">
                  <a:alpha val="0"/>
                </a:srgbClr>
              </a:gs>
              <a:gs pos="30000">
                <a:srgbClr val="000000">
                  <a:alpha val="0"/>
                </a:srgbClr>
              </a:gs>
              <a:gs pos="100000">
                <a:srgbClr val="000000">
                  <a:alpha val="70196"/>
                </a:srgbClr>
              </a:gs>
            </a:gsLst>
            <a:lin ang="6000000" scaled="0"/>
          </a:gradFill>
          <a:ln>
            <a:noFill/>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65" name="Google Shape;865;p73"/>
          <p:cNvSpPr/>
          <p:nvPr/>
        </p:nvSpPr>
        <p:spPr>
          <a:xfrm>
            <a:off x="10455633" y="5349282"/>
            <a:ext cx="1863365" cy="1635716"/>
          </a:xfrm>
          <a:custGeom>
            <a:rect b="b" l="l" r="r" t="t"/>
            <a:pathLst>
              <a:path extrusionOk="0" h="1635716" w="1863365">
                <a:moveTo>
                  <a:pt x="0" y="1635716"/>
                </a:moveTo>
                <a:lnTo>
                  <a:pt x="38283" y="1515226"/>
                </a:lnTo>
                <a:cubicBezTo>
                  <a:pt x="316622" y="755045"/>
                  <a:pt x="974270" y="177704"/>
                  <a:pt x="1782014" y="12416"/>
                </a:cubicBezTo>
                <a:lnTo>
                  <a:pt x="1863365" y="0"/>
                </a:lnTo>
              </a:path>
            </a:pathLst>
          </a:custGeom>
          <a:noFill/>
          <a:ln cap="flat" cmpd="sng" w="38100">
            <a:solidFill>
              <a:schemeClr val="dk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66" name="Google Shape;866;p73"/>
          <p:cNvSpPr/>
          <p:nvPr/>
        </p:nvSpPr>
        <p:spPr>
          <a:xfrm>
            <a:off x="3554540" y="1917192"/>
            <a:ext cx="4000500" cy="4000500"/>
          </a:xfrm>
          <a:prstGeom prst="ellipse">
            <a:avLst/>
          </a:prstGeom>
          <a:gradFill>
            <a:gsLst>
              <a:gs pos="0">
                <a:srgbClr val="FFFFFF">
                  <a:alpha val="0"/>
                </a:srgbClr>
              </a:gs>
              <a:gs pos="100000">
                <a:srgbClr val="FFFFFF">
                  <a:alpha val="70196"/>
                </a:srgbClr>
              </a:gs>
            </a:gsLst>
            <a:lin ang="5400000" scaled="0"/>
          </a:gradFill>
          <a:ln>
            <a:noFill/>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67" name="Google Shape;867;p73"/>
          <p:cNvSpPr/>
          <p:nvPr/>
        </p:nvSpPr>
        <p:spPr>
          <a:xfrm>
            <a:off x="2770699" y="830079"/>
            <a:ext cx="5456421" cy="5456421"/>
          </a:xfrm>
          <a:prstGeom prst="ellipse">
            <a:avLst/>
          </a:prstGeom>
          <a:noFill/>
          <a:ln cap="flat" cmpd="sng" w="76200">
            <a:solidFill>
              <a:schemeClr val="dk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sp>
        <p:nvSpPr>
          <p:cNvPr id="868" name="Google Shape;868;p73"/>
          <p:cNvSpPr/>
          <p:nvPr/>
        </p:nvSpPr>
        <p:spPr>
          <a:xfrm>
            <a:off x="6159499" y="3809999"/>
            <a:ext cx="3683002" cy="3174999"/>
          </a:xfrm>
          <a:custGeom>
            <a:rect b="b" l="l" r="r" t="t"/>
            <a:pathLst>
              <a:path extrusionOk="0" h="3174999" w="3683002">
                <a:moveTo>
                  <a:pt x="573868" y="3174999"/>
                </a:moveTo>
                <a:lnTo>
                  <a:pt x="539363" y="3143639"/>
                </a:lnTo>
                <a:cubicBezTo>
                  <a:pt x="206117" y="2810393"/>
                  <a:pt x="0" y="2350018"/>
                  <a:pt x="0" y="1841501"/>
                </a:cubicBezTo>
                <a:cubicBezTo>
                  <a:pt x="0" y="824468"/>
                  <a:pt x="824468" y="0"/>
                  <a:pt x="1841501" y="0"/>
                </a:cubicBezTo>
                <a:cubicBezTo>
                  <a:pt x="2858534" y="0"/>
                  <a:pt x="3683002" y="824468"/>
                  <a:pt x="3683002" y="1841501"/>
                </a:cubicBezTo>
                <a:cubicBezTo>
                  <a:pt x="3683002" y="2350018"/>
                  <a:pt x="3476885" y="2810393"/>
                  <a:pt x="3143639" y="3143639"/>
                </a:cubicBezTo>
              </a:path>
            </a:pathLst>
          </a:custGeom>
          <a:noFill/>
          <a:ln cap="flat" cmpd="sng" w="76200">
            <a:solidFill>
              <a:schemeClr val="lt1"/>
            </a:solidFill>
            <a:prstDash val="solid"/>
            <a:miter lim="8000"/>
            <a:headEnd len="sm" w="sm" type="none"/>
            <a:tailEnd len="sm" w="sm" type="none"/>
          </a:ln>
        </p:spPr>
        <p:txBody>
          <a:bodyPr anchorCtr="0" anchor="ctr" bIns="90000" lIns="91425" spcFirstLastPara="1" rIns="91425" wrap="square" tIns="90000">
            <a:noAutofit/>
          </a:bodyPr>
          <a:lstStyle/>
          <a:p>
            <a:pPr indent="0" lvl="0" marL="0" marR="0" rtl="0" algn="l">
              <a:lnSpc>
                <a:spcPct val="90000"/>
              </a:lnSpc>
              <a:spcBef>
                <a:spcPts val="0"/>
              </a:spcBef>
              <a:spcAft>
                <a:spcPts val="0"/>
              </a:spcAft>
              <a:buNone/>
            </a:pPr>
            <a:r>
              <a:t/>
            </a:r>
            <a:endParaRPr sz="900">
              <a:solidFill>
                <a:schemeClr val="lt1"/>
              </a:solidFill>
              <a:latin typeface="Verdana"/>
              <a:ea typeface="Verdana"/>
              <a:cs typeface="Verdana"/>
              <a:sym typeface="Verdana"/>
            </a:endParaRPr>
          </a:p>
        </p:txBody>
      </p:sp>
      <p:pic>
        <p:nvPicPr>
          <p:cNvPr descr="Background pattern&#10;&#10;Description automatically generated" id="869" name="Google Shape;869;p73"/>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870" name="Google Shape;870;p73"/>
          <p:cNvSpPr/>
          <p:nvPr/>
        </p:nvSpPr>
        <p:spPr>
          <a:xfrm>
            <a:off x="2" y="0"/>
            <a:ext cx="12191999" cy="6858000"/>
          </a:xfrm>
          <a:custGeom>
            <a:rect b="b" l="l" r="r" t="t"/>
            <a:pathLst>
              <a:path extrusionOk="0" h="6858000" w="12191999">
                <a:moveTo>
                  <a:pt x="0" y="0"/>
                </a:moveTo>
                <a:lnTo>
                  <a:pt x="12191999" y="0"/>
                </a:lnTo>
                <a:lnTo>
                  <a:pt x="12191999" y="2113273"/>
                </a:lnTo>
                <a:cubicBezTo>
                  <a:pt x="9445578" y="4877378"/>
                  <a:pt x="5994802" y="4486648"/>
                  <a:pt x="3252876" y="6839518"/>
                </a:cubicBezTo>
                <a:lnTo>
                  <a:pt x="3232312" y="6858000"/>
                </a:lnTo>
                <a:lnTo>
                  <a:pt x="0" y="6858000"/>
                </a:lnTo>
                <a:close/>
              </a:path>
            </a:pathLst>
          </a:custGeom>
          <a:gradFill>
            <a:gsLst>
              <a:gs pos="0">
                <a:srgbClr val="231F6F"/>
              </a:gs>
              <a:gs pos="100000">
                <a:srgbClr val="17144A"/>
              </a:gs>
            </a:gsLst>
            <a:lin ang="7200000" scaled="0"/>
          </a:gradFill>
          <a:ln>
            <a:noFill/>
          </a:ln>
          <a:effectLst>
            <a:outerShdw blurRad="381000" rotWithShape="0" algn="ctr">
              <a:schemeClr val="dk2">
                <a:alpha val="70196"/>
              </a:schemeClr>
            </a:outerShdw>
          </a:effectLst>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871" name="Google Shape;871;p73"/>
          <p:cNvSpPr txBox="1"/>
          <p:nvPr>
            <p:ph type="ctrTitle"/>
          </p:nvPr>
        </p:nvSpPr>
        <p:spPr>
          <a:xfrm>
            <a:off x="571500" y="381000"/>
            <a:ext cx="8255000" cy="762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2800"/>
              <a:buFont typeface="Arial"/>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2" name="Google Shape;872;p73"/>
          <p:cNvSpPr txBox="1"/>
          <p:nvPr>
            <p:ph idx="11" type="ftr"/>
          </p:nvPr>
        </p:nvSpPr>
        <p:spPr>
          <a:xfrm>
            <a:off x="571500" y="6477000"/>
            <a:ext cx="26670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3" name="Google Shape;873;p73"/>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4" name="Google Shape;874;p73"/>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875" name="Google Shape;875;p73"/>
          <p:cNvSpPr/>
          <p:nvPr>
            <p:ph idx="2" type="pic"/>
          </p:nvPr>
        </p:nvSpPr>
        <p:spPr>
          <a:xfrm>
            <a:off x="571500" y="5715000"/>
            <a:ext cx="2667000" cy="571500"/>
          </a:xfrm>
          <a:prstGeom prst="rect">
            <a:avLst/>
          </a:prstGeom>
          <a:noFill/>
          <a:ln>
            <a:noFill/>
          </a:ln>
        </p:spPr>
      </p:sp>
      <p:sp>
        <p:nvSpPr>
          <p:cNvPr id="876" name="Google Shape;876;p73"/>
          <p:cNvSpPr/>
          <p:nvPr>
            <p:ph idx="3" type="pic"/>
          </p:nvPr>
        </p:nvSpPr>
        <p:spPr>
          <a:xfrm>
            <a:off x="8953501" y="476250"/>
            <a:ext cx="2167820" cy="571500"/>
          </a:xfrm>
          <a:prstGeom prst="rect">
            <a:avLst/>
          </a:prstGeom>
          <a:noFill/>
          <a:ln>
            <a:noFill/>
          </a:ln>
        </p:spPr>
      </p:sp>
      <p:sp>
        <p:nvSpPr>
          <p:cNvPr id="877" name="Google Shape;877;p73"/>
          <p:cNvSpPr txBox="1"/>
          <p:nvPr>
            <p:ph idx="1" type="body"/>
          </p:nvPr>
        </p:nvSpPr>
        <p:spPr>
          <a:xfrm>
            <a:off x="571500" y="4447290"/>
            <a:ext cx="4063999" cy="1011420"/>
          </a:xfrm>
          <a:prstGeom prst="rect">
            <a:avLst/>
          </a:prstGeom>
          <a:noFill/>
          <a:ln>
            <a:noFill/>
          </a:ln>
        </p:spPr>
        <p:txBody>
          <a:bodyPr anchorCtr="0" anchor="b" bIns="0" lIns="0" spcFirstLastPara="1" rIns="360000" wrap="square" tIns="0">
            <a:normAutofit/>
          </a:bodyPr>
          <a:lstStyle>
            <a:lvl1pPr indent="-228600" lvl="0" marL="457200" algn="l">
              <a:lnSpc>
                <a:spcPct val="90000"/>
              </a:lnSpc>
              <a:spcBef>
                <a:spcPts val="0"/>
              </a:spcBef>
              <a:spcAft>
                <a:spcPts val="0"/>
              </a:spcAft>
              <a:buSzPts val="2400"/>
              <a:buFont typeface="Lucida Sans"/>
              <a:buNone/>
              <a:defRPr sz="2000"/>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878" name="Google Shape;878;p73"/>
          <p:cNvSpPr txBox="1"/>
          <p:nvPr>
            <p:ph idx="4" type="body"/>
          </p:nvPr>
        </p:nvSpPr>
        <p:spPr>
          <a:xfrm>
            <a:off x="571499" y="1524001"/>
            <a:ext cx="7619997" cy="2667000"/>
          </a:xfrm>
          <a:prstGeom prst="rect">
            <a:avLst/>
          </a:prstGeom>
          <a:noFill/>
          <a:ln>
            <a:noFill/>
          </a:ln>
        </p:spPr>
        <p:txBody>
          <a:bodyPr anchorCtr="0" anchor="ctr" bIns="0" lIns="0" spcFirstLastPara="1" rIns="360000" wrap="square" tIns="0">
            <a:normAutofit/>
          </a:bodyPr>
          <a:lstStyle>
            <a:lvl1pPr indent="-228600" lvl="0" marL="457200" algn="l">
              <a:lnSpc>
                <a:spcPct val="90000"/>
              </a:lnSpc>
              <a:spcBef>
                <a:spcPts val="0"/>
              </a:spcBef>
              <a:spcAft>
                <a:spcPts val="0"/>
              </a:spcAft>
              <a:buSzPts val="2400"/>
              <a:buFont typeface="Lucida Sans"/>
              <a:buNone/>
              <a:defRPr sz="2000"/>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grpSp>
        <p:nvGrpSpPr>
          <p:cNvPr id="879" name="Google Shape;879;p73"/>
          <p:cNvGrpSpPr/>
          <p:nvPr/>
        </p:nvGrpSpPr>
        <p:grpSpPr>
          <a:xfrm>
            <a:off x="11407071" y="476250"/>
            <a:ext cx="213430" cy="571500"/>
            <a:chOff x="4249" y="1683"/>
            <a:chExt cx="695" cy="1861"/>
          </a:xfrm>
        </p:grpSpPr>
        <p:sp>
          <p:nvSpPr>
            <p:cNvPr id="880" name="Google Shape;880;p73"/>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881" name="Google Shape;881;p73"/>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Demo A)">
  <p:cSld name="Background (Demo A)">
    <p:bg>
      <p:bgPr>
        <a:gradFill>
          <a:gsLst>
            <a:gs pos="0">
              <a:schemeClr val="lt1"/>
            </a:gs>
            <a:gs pos="100000">
              <a:schemeClr val="lt2"/>
            </a:gs>
          </a:gsLst>
          <a:lin ang="5400000" scaled="0"/>
        </a:gradFill>
      </p:bgPr>
    </p:bg>
    <p:spTree>
      <p:nvGrpSpPr>
        <p:cNvPr id="882" name="Shape 882"/>
        <p:cNvGrpSpPr/>
        <p:nvPr/>
      </p:nvGrpSpPr>
      <p:grpSpPr>
        <a:xfrm>
          <a:off x="0" y="0"/>
          <a:ext cx="0" cy="0"/>
          <a:chOff x="0" y="0"/>
          <a:chExt cx="0" cy="0"/>
        </a:xfrm>
      </p:grpSpPr>
      <p:sp>
        <p:nvSpPr>
          <p:cNvPr id="883" name="Google Shape;883;p74"/>
          <p:cNvSpPr/>
          <p:nvPr/>
        </p:nvSpPr>
        <p:spPr>
          <a:xfrm>
            <a:off x="1" y="0"/>
            <a:ext cx="3293011" cy="1966405"/>
          </a:xfrm>
          <a:custGeom>
            <a:rect b="b" l="l" r="r" t="t"/>
            <a:pathLst>
              <a:path extrusionOk="0" h="1966405" w="3293011">
                <a:moveTo>
                  <a:pt x="0" y="0"/>
                </a:moveTo>
                <a:lnTo>
                  <a:pt x="3293011" y="0"/>
                </a:lnTo>
                <a:lnTo>
                  <a:pt x="3290929" y="41233"/>
                </a:lnTo>
                <a:cubicBezTo>
                  <a:pt x="3181113" y="1122573"/>
                  <a:pt x="2267887" y="1966405"/>
                  <a:pt x="1157573" y="1966405"/>
                </a:cubicBezTo>
                <a:cubicBezTo>
                  <a:pt x="787469" y="1966405"/>
                  <a:pt x="439263" y="1872646"/>
                  <a:pt x="135412" y="1707584"/>
                </a:cubicBezTo>
                <a:lnTo>
                  <a:pt x="0" y="1625320"/>
                </a:lnTo>
                <a:close/>
              </a:path>
            </a:pathLst>
          </a:custGeom>
          <a:gradFill>
            <a:gsLst>
              <a:gs pos="0">
                <a:srgbClr val="FFFFFF">
                  <a:alpha val="70196"/>
                </a:srgbClr>
              </a:gs>
              <a:gs pos="100000">
                <a:srgbClr val="F2F2F2">
                  <a:alpha val="90196"/>
                </a:srgbClr>
              </a:gs>
            </a:gsLst>
            <a:lin ang="3600000" scaled="0"/>
          </a:gradFill>
          <a:ln>
            <a:noFill/>
          </a:ln>
          <a:effectLst>
            <a:outerShdw blurRad="635000" rotWithShape="0" algn="ctr">
              <a:srgbClr val="000000">
                <a:alpha val="12157"/>
              </a:srgbClr>
            </a:outerShdw>
          </a:effectLst>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884" name="Google Shape;884;p74"/>
          <p:cNvSpPr/>
          <p:nvPr/>
        </p:nvSpPr>
        <p:spPr>
          <a:xfrm>
            <a:off x="1" y="3354308"/>
            <a:ext cx="3336860" cy="3503692"/>
          </a:xfrm>
          <a:custGeom>
            <a:rect b="b" l="l" r="r" t="t"/>
            <a:pathLst>
              <a:path extrusionOk="0" h="3503692" w="3336860">
                <a:moveTo>
                  <a:pt x="656074" y="0"/>
                </a:moveTo>
                <a:cubicBezTo>
                  <a:pt x="2136631" y="0"/>
                  <a:pt x="3336860" y="1200229"/>
                  <a:pt x="3336860" y="2680786"/>
                </a:cubicBezTo>
                <a:cubicBezTo>
                  <a:pt x="3336860" y="2958391"/>
                  <a:pt x="3294665" y="3226140"/>
                  <a:pt x="3216337" y="3477970"/>
                </a:cubicBezTo>
                <a:lnTo>
                  <a:pt x="3206923" y="3503692"/>
                </a:lnTo>
                <a:lnTo>
                  <a:pt x="0" y="3503692"/>
                </a:lnTo>
                <a:lnTo>
                  <a:pt x="0" y="84240"/>
                </a:lnTo>
                <a:lnTo>
                  <a:pt x="115803" y="54464"/>
                </a:lnTo>
                <a:cubicBezTo>
                  <a:pt x="290315" y="18754"/>
                  <a:pt x="471005" y="0"/>
                  <a:pt x="656074" y="0"/>
                </a:cubicBezTo>
                <a:close/>
              </a:path>
            </a:pathLst>
          </a:custGeom>
          <a:gradFill>
            <a:gsLst>
              <a:gs pos="0">
                <a:srgbClr val="FFFFFF">
                  <a:alpha val="70196"/>
                </a:srgbClr>
              </a:gs>
              <a:gs pos="30000">
                <a:srgbClr val="FFFFFF">
                  <a:alpha val="70196"/>
                </a:srgbClr>
              </a:gs>
              <a:gs pos="50000">
                <a:srgbClr val="F2F2F2">
                  <a:alpha val="0"/>
                </a:srgbClr>
              </a:gs>
              <a:gs pos="100000">
                <a:srgbClr val="F2F2F2">
                  <a:alpha val="0"/>
                </a:srgbClr>
              </a:gs>
            </a:gsLst>
            <a:lin ang="6600000" scaled="0"/>
          </a:gradFill>
          <a:ln>
            <a:noFill/>
          </a:ln>
          <a:effectLst>
            <a:outerShdw blurRad="762000" rotWithShape="0" algn="ctr">
              <a:srgbClr val="000000">
                <a:alpha val="10196"/>
              </a:srgbClr>
            </a:outerShdw>
          </a:effectLst>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885" name="Google Shape;885;p74"/>
          <p:cNvSpPr/>
          <p:nvPr/>
        </p:nvSpPr>
        <p:spPr>
          <a:xfrm>
            <a:off x="8937488" y="0"/>
            <a:ext cx="3254514" cy="2049306"/>
          </a:xfrm>
          <a:custGeom>
            <a:rect b="b" l="l" r="r" t="t"/>
            <a:pathLst>
              <a:path extrusionOk="0" h="2049306" w="3254514">
                <a:moveTo>
                  <a:pt x="0" y="0"/>
                </a:moveTo>
                <a:lnTo>
                  <a:pt x="3254514" y="0"/>
                </a:lnTo>
                <a:lnTo>
                  <a:pt x="3254514" y="1930006"/>
                </a:lnTo>
                <a:lnTo>
                  <a:pt x="3239801" y="1935391"/>
                </a:lnTo>
                <a:cubicBezTo>
                  <a:pt x="3001777" y="2009424"/>
                  <a:pt x="2748708" y="2049306"/>
                  <a:pt x="2486323" y="2049306"/>
                </a:cubicBezTo>
                <a:cubicBezTo>
                  <a:pt x="1261861" y="2049306"/>
                  <a:pt x="240258" y="1180761"/>
                  <a:pt x="3990" y="26146"/>
                </a:cubicBezTo>
                <a:close/>
              </a:path>
            </a:pathLst>
          </a:custGeom>
          <a:gradFill>
            <a:gsLst>
              <a:gs pos="0">
                <a:srgbClr val="FFFFFF">
                  <a:alpha val="60000"/>
                </a:srgbClr>
              </a:gs>
              <a:gs pos="100000">
                <a:srgbClr val="F2F2F2">
                  <a:alpha val="90196"/>
                </a:srgbClr>
              </a:gs>
            </a:gsLst>
            <a:lin ang="7200000" scaled="0"/>
          </a:gradFill>
          <a:ln>
            <a:noFill/>
          </a:ln>
          <a:effectLst>
            <a:outerShdw blurRad="635000" rotWithShape="0" algn="ctr">
              <a:srgbClr val="000000">
                <a:alpha val="14902"/>
              </a:srgbClr>
            </a:outerShdw>
          </a:effectLst>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886" name="Google Shape;886;p74"/>
          <p:cNvSpPr/>
          <p:nvPr/>
        </p:nvSpPr>
        <p:spPr>
          <a:xfrm>
            <a:off x="7429500" y="2876874"/>
            <a:ext cx="4762502" cy="3981126"/>
          </a:xfrm>
          <a:custGeom>
            <a:rect b="b" l="l" r="r" t="t"/>
            <a:pathLst>
              <a:path extrusionOk="0" h="3981126" w="4762502">
                <a:moveTo>
                  <a:pt x="3498328" y="0"/>
                </a:moveTo>
                <a:cubicBezTo>
                  <a:pt x="3920969" y="0"/>
                  <a:pt x="4326105" y="74948"/>
                  <a:pt x="4701170" y="212278"/>
                </a:cubicBezTo>
                <a:lnTo>
                  <a:pt x="4762502" y="236460"/>
                </a:lnTo>
                <a:lnTo>
                  <a:pt x="4762502" y="3981126"/>
                </a:lnTo>
                <a:lnTo>
                  <a:pt x="37157" y="3981126"/>
                </a:lnTo>
                <a:lnTo>
                  <a:pt x="18062" y="3856012"/>
                </a:lnTo>
                <a:cubicBezTo>
                  <a:pt x="6119" y="3738408"/>
                  <a:pt x="0" y="3619083"/>
                  <a:pt x="0" y="3498328"/>
                </a:cubicBezTo>
                <a:cubicBezTo>
                  <a:pt x="0" y="1566255"/>
                  <a:pt x="1566255" y="0"/>
                  <a:pt x="3498328" y="0"/>
                </a:cubicBezTo>
                <a:close/>
              </a:path>
            </a:pathLst>
          </a:custGeom>
          <a:gradFill>
            <a:gsLst>
              <a:gs pos="0">
                <a:srgbClr val="FFFFFF">
                  <a:alpha val="80000"/>
                </a:srgbClr>
              </a:gs>
              <a:gs pos="20000">
                <a:srgbClr val="FFFFFF">
                  <a:alpha val="80000"/>
                </a:srgbClr>
              </a:gs>
              <a:gs pos="60000">
                <a:srgbClr val="F2F2F2">
                  <a:alpha val="0"/>
                </a:srgbClr>
              </a:gs>
              <a:gs pos="100000">
                <a:srgbClr val="F2F2F2">
                  <a:alpha val="0"/>
                </a:srgbClr>
              </a:gs>
            </a:gsLst>
            <a:lin ang="4800000" scaled="0"/>
          </a:gradFill>
          <a:ln>
            <a:noFill/>
          </a:ln>
          <a:effectLst>
            <a:outerShdw blurRad="635000" rotWithShape="0" algn="ctr">
              <a:srgbClr val="000000">
                <a:alpha val="10196"/>
              </a:srgbClr>
            </a:outerShdw>
          </a:effectLst>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887" name="Google Shape;887;p74"/>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8" name="Google Shape;888;p74"/>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9" name="Google Shape;889;p74"/>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890" name="Google Shape;890;p74"/>
          <p:cNvGrpSpPr/>
          <p:nvPr/>
        </p:nvGrpSpPr>
        <p:grpSpPr>
          <a:xfrm>
            <a:off x="11407071" y="476250"/>
            <a:ext cx="213430" cy="571500"/>
            <a:chOff x="4249" y="1683"/>
            <a:chExt cx="695" cy="1861"/>
          </a:xfrm>
        </p:grpSpPr>
        <p:sp>
          <p:nvSpPr>
            <p:cNvPr id="891" name="Google Shape;891;p74"/>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892" name="Google Shape;892;p74"/>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893" name="Google Shape;893;p74"/>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Demo B)">
  <p:cSld name="Background (Demo B)">
    <p:bg>
      <p:bgPr>
        <a:gradFill>
          <a:gsLst>
            <a:gs pos="0">
              <a:schemeClr val="lt2"/>
            </a:gs>
            <a:gs pos="100000">
              <a:schemeClr val="lt1"/>
            </a:gs>
          </a:gsLst>
          <a:lin ang="5400000" scaled="0"/>
        </a:gradFill>
      </p:bgPr>
    </p:bg>
    <p:spTree>
      <p:nvGrpSpPr>
        <p:cNvPr id="894" name="Shape 894"/>
        <p:cNvGrpSpPr/>
        <p:nvPr/>
      </p:nvGrpSpPr>
      <p:grpSpPr>
        <a:xfrm>
          <a:off x="0" y="0"/>
          <a:ext cx="0" cy="0"/>
          <a:chOff x="0" y="0"/>
          <a:chExt cx="0" cy="0"/>
        </a:xfrm>
      </p:grpSpPr>
      <p:sp>
        <p:nvSpPr>
          <p:cNvPr id="895" name="Google Shape;895;p75"/>
          <p:cNvSpPr/>
          <p:nvPr/>
        </p:nvSpPr>
        <p:spPr>
          <a:xfrm>
            <a:off x="1" y="4046302"/>
            <a:ext cx="1390962" cy="2811698"/>
          </a:xfrm>
          <a:custGeom>
            <a:rect b="b" l="l" r="r" t="t"/>
            <a:pathLst>
              <a:path extrusionOk="0" h="2811698" w="1390962">
                <a:moveTo>
                  <a:pt x="0" y="0"/>
                </a:moveTo>
                <a:lnTo>
                  <a:pt x="48270" y="36095"/>
                </a:lnTo>
                <a:cubicBezTo>
                  <a:pt x="818274" y="671559"/>
                  <a:pt x="1326523" y="1612858"/>
                  <a:pt x="1387047" y="2674024"/>
                </a:cubicBezTo>
                <a:lnTo>
                  <a:pt x="1390962" y="2811698"/>
                </a:lnTo>
                <a:lnTo>
                  <a:pt x="0" y="2811698"/>
                </a:lnTo>
                <a:close/>
              </a:path>
            </a:pathLst>
          </a:custGeom>
          <a:gradFill>
            <a:gsLst>
              <a:gs pos="0">
                <a:schemeClr val="lt1"/>
              </a:gs>
              <a:gs pos="30000">
                <a:schemeClr val="lt1"/>
              </a:gs>
              <a:gs pos="100000">
                <a:srgbClr val="F2F2F2">
                  <a:alpha val="0"/>
                </a:srgbClr>
              </a:gs>
            </a:gsLst>
            <a:lin ang="9000000" scaled="0"/>
          </a:gradFill>
          <a:ln>
            <a:noFill/>
          </a:ln>
          <a:effectLst>
            <a:outerShdw blurRad="635000" rotWithShape="0" algn="ctr">
              <a:srgbClr val="000000">
                <a:alpha val="9020"/>
              </a:srgbClr>
            </a:outerShdw>
          </a:effectLst>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896" name="Google Shape;896;p75"/>
          <p:cNvSpPr/>
          <p:nvPr/>
        </p:nvSpPr>
        <p:spPr>
          <a:xfrm>
            <a:off x="2" y="0"/>
            <a:ext cx="5149009" cy="5651500"/>
          </a:xfrm>
          <a:custGeom>
            <a:rect b="b" l="l" r="r" t="t"/>
            <a:pathLst>
              <a:path extrusionOk="0" h="5651500" w="5149009">
                <a:moveTo>
                  <a:pt x="0" y="0"/>
                </a:moveTo>
                <a:lnTo>
                  <a:pt x="4697975" y="0"/>
                </a:lnTo>
                <a:lnTo>
                  <a:pt x="4789884" y="182176"/>
                </a:lnTo>
                <a:cubicBezTo>
                  <a:pt x="5020310" y="675689"/>
                  <a:pt x="5149009" y="1226233"/>
                  <a:pt x="5149009" y="1806836"/>
                </a:cubicBezTo>
                <a:cubicBezTo>
                  <a:pt x="5149009" y="3930185"/>
                  <a:pt x="3427694" y="5651500"/>
                  <a:pt x="1304345" y="5651500"/>
                </a:cubicBezTo>
                <a:cubicBezTo>
                  <a:pt x="955983" y="5651500"/>
                  <a:pt x="618443" y="5605169"/>
                  <a:pt x="297550" y="5518331"/>
                </a:cubicBezTo>
                <a:lnTo>
                  <a:pt x="0" y="5423793"/>
                </a:lnTo>
                <a:close/>
              </a:path>
            </a:pathLst>
          </a:custGeom>
          <a:gradFill>
            <a:gsLst>
              <a:gs pos="0">
                <a:srgbClr val="F2F2F2">
                  <a:alpha val="0"/>
                </a:srgbClr>
              </a:gs>
              <a:gs pos="35000">
                <a:srgbClr val="F2F2F2">
                  <a:alpha val="0"/>
                </a:srgbClr>
              </a:gs>
              <a:gs pos="95000">
                <a:schemeClr val="lt1"/>
              </a:gs>
              <a:gs pos="100000">
                <a:schemeClr val="lt1"/>
              </a:gs>
            </a:gsLst>
            <a:lin ang="1800000" scaled="0"/>
          </a:gradFill>
          <a:ln>
            <a:noFill/>
          </a:ln>
          <a:effectLst>
            <a:outerShdw blurRad="635000" rotWithShape="0" algn="ctr">
              <a:srgbClr val="000000">
                <a:alpha val="10196"/>
              </a:srgbClr>
            </a:outerShdw>
          </a:effectLst>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897" name="Google Shape;897;p75"/>
          <p:cNvSpPr/>
          <p:nvPr/>
        </p:nvSpPr>
        <p:spPr>
          <a:xfrm>
            <a:off x="8223660" y="2412322"/>
            <a:ext cx="3968343" cy="4445679"/>
          </a:xfrm>
          <a:custGeom>
            <a:rect b="b" l="l" r="r" t="t"/>
            <a:pathLst>
              <a:path extrusionOk="0" h="4445679" w="3968343">
                <a:moveTo>
                  <a:pt x="3844664" y="0"/>
                </a:moveTo>
                <a:lnTo>
                  <a:pt x="3968343" y="3128"/>
                </a:lnTo>
                <a:lnTo>
                  <a:pt x="3968343" y="4445679"/>
                </a:lnTo>
                <a:lnTo>
                  <a:pt x="51582" y="4445679"/>
                </a:lnTo>
                <a:lnTo>
                  <a:pt x="19850" y="4237759"/>
                </a:lnTo>
                <a:cubicBezTo>
                  <a:pt x="6724" y="4108512"/>
                  <a:pt x="0" y="3977374"/>
                  <a:pt x="0" y="3844664"/>
                </a:cubicBezTo>
                <a:cubicBezTo>
                  <a:pt x="0" y="1721315"/>
                  <a:pt x="1721315" y="0"/>
                  <a:pt x="3844664" y="0"/>
                </a:cubicBezTo>
                <a:close/>
              </a:path>
            </a:pathLst>
          </a:custGeom>
          <a:gradFill>
            <a:gsLst>
              <a:gs pos="0">
                <a:srgbClr val="F2F2F2">
                  <a:alpha val="0"/>
                </a:srgbClr>
              </a:gs>
              <a:gs pos="90000">
                <a:schemeClr val="lt1"/>
              </a:gs>
              <a:gs pos="100000">
                <a:schemeClr val="lt1"/>
              </a:gs>
            </a:gsLst>
            <a:lin ang="13200000" scaled="0"/>
          </a:gradFill>
          <a:ln>
            <a:noFill/>
          </a:ln>
          <a:effectLst>
            <a:outerShdw blurRad="635000" rotWithShape="0" algn="ctr">
              <a:srgbClr val="000000">
                <a:alpha val="7059"/>
              </a:srgbClr>
            </a:outerShdw>
          </a:effectLst>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1400">
              <a:solidFill>
                <a:schemeClr val="lt1"/>
              </a:solidFill>
              <a:latin typeface="Verdana"/>
              <a:ea typeface="Verdana"/>
              <a:cs typeface="Verdana"/>
              <a:sym typeface="Verdana"/>
            </a:endParaRPr>
          </a:p>
        </p:txBody>
      </p:sp>
      <p:sp>
        <p:nvSpPr>
          <p:cNvPr id="898" name="Google Shape;898;p75"/>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28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9" name="Google Shape;899;p75"/>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0" name="Google Shape;900;p75"/>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1" name="Google Shape;901;p75"/>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902" name="Google Shape;902;p75"/>
          <p:cNvGrpSpPr/>
          <p:nvPr/>
        </p:nvGrpSpPr>
        <p:grpSpPr>
          <a:xfrm>
            <a:off x="11407071" y="476250"/>
            <a:ext cx="213430" cy="571500"/>
            <a:chOff x="4249" y="1683"/>
            <a:chExt cx="695" cy="1861"/>
          </a:xfrm>
        </p:grpSpPr>
        <p:sp>
          <p:nvSpPr>
            <p:cNvPr id="903" name="Google Shape;903;p75"/>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904" name="Google Shape;904;p75"/>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separator">
  <p:cSld name="Content with separator">
    <p:bg>
      <p:bgPr>
        <a:gradFill>
          <a:gsLst>
            <a:gs pos="0">
              <a:schemeClr val="accent2"/>
            </a:gs>
            <a:gs pos="100000">
              <a:schemeClr val="dk2"/>
            </a:gs>
          </a:gsLst>
          <a:lin ang="5400000" scaled="0"/>
        </a:gradFill>
      </p:bgPr>
    </p:bg>
    <p:spTree>
      <p:nvGrpSpPr>
        <p:cNvPr id="905" name="Shape 905"/>
        <p:cNvGrpSpPr/>
        <p:nvPr/>
      </p:nvGrpSpPr>
      <p:grpSpPr>
        <a:xfrm>
          <a:off x="0" y="0"/>
          <a:ext cx="0" cy="0"/>
          <a:chOff x="0" y="0"/>
          <a:chExt cx="0" cy="0"/>
        </a:xfrm>
      </p:grpSpPr>
      <p:pic>
        <p:nvPicPr>
          <p:cNvPr descr="Background pattern&#10;&#10;Description automatically generated" id="906" name="Google Shape;906;p76"/>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907" name="Google Shape;907;p76"/>
          <p:cNvSpPr/>
          <p:nvPr/>
        </p:nvSpPr>
        <p:spPr>
          <a:xfrm>
            <a:off x="285750" y="0"/>
            <a:ext cx="11906250" cy="685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08" name="Google Shape;908;p76"/>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9" name="Google Shape;909;p76"/>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0" name="Google Shape;910;p76"/>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11" name="Google Shape;911;p76"/>
          <p:cNvSpPr txBox="1"/>
          <p:nvPr>
            <p:ph idx="1" type="body"/>
          </p:nvPr>
        </p:nvSpPr>
        <p:spPr>
          <a:xfrm>
            <a:off x="571500" y="1524000"/>
            <a:ext cx="4064000" cy="4762500"/>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SzPts val="2880"/>
              <a:buNone/>
              <a:defRPr b="1" sz="2400">
                <a:solidFill>
                  <a:schemeClr val="dk1"/>
                </a:solidFill>
                <a:latin typeface="Verdana"/>
                <a:ea typeface="Verdana"/>
                <a:cs typeface="Verdana"/>
                <a:sym typeface="Verdana"/>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912" name="Google Shape;912;p76"/>
          <p:cNvSpPr txBox="1"/>
          <p:nvPr>
            <p:ph idx="2" type="body"/>
          </p:nvPr>
        </p:nvSpPr>
        <p:spPr>
          <a:xfrm>
            <a:off x="4762500" y="1524000"/>
            <a:ext cx="6858000" cy="4762500"/>
          </a:xfrm>
          <a:prstGeom prst="rect">
            <a:avLst/>
          </a:prstGeom>
          <a:noFill/>
          <a:ln>
            <a:noFill/>
          </a:ln>
        </p:spPr>
        <p:txBody>
          <a:bodyPr anchorCtr="0" anchor="ctr" bIns="0" lIns="1224000" spcFirstLastPara="1" rIns="72000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
        <p:nvSpPr>
          <p:cNvPr id="913" name="Google Shape;913;p76"/>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28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4" name="Google Shape;914;p76"/>
          <p:cNvSpPr/>
          <p:nvPr/>
        </p:nvSpPr>
        <p:spPr>
          <a:xfrm>
            <a:off x="4635500" y="1524000"/>
            <a:ext cx="127000" cy="1270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15" name="Google Shape;915;p76"/>
          <p:cNvSpPr/>
          <p:nvPr/>
        </p:nvSpPr>
        <p:spPr>
          <a:xfrm>
            <a:off x="4635500" y="6159500"/>
            <a:ext cx="127000" cy="1270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cxnSp>
        <p:nvCxnSpPr>
          <p:cNvPr id="916" name="Google Shape;916;p76"/>
          <p:cNvCxnSpPr/>
          <p:nvPr/>
        </p:nvCxnSpPr>
        <p:spPr>
          <a:xfrm>
            <a:off x="4699000" y="1651000"/>
            <a:ext cx="0" cy="4508500"/>
          </a:xfrm>
          <a:prstGeom prst="straightConnector1">
            <a:avLst/>
          </a:prstGeom>
          <a:noFill/>
          <a:ln cap="flat" cmpd="sng" w="19050">
            <a:solidFill>
              <a:schemeClr val="dk2"/>
            </a:solidFill>
            <a:prstDash val="solid"/>
            <a:miter lim="8000"/>
            <a:headEnd len="sm" w="sm" type="none"/>
            <a:tailEnd len="sm" w="sm" type="none"/>
          </a:ln>
        </p:spPr>
      </p:cxnSp>
      <p:grpSp>
        <p:nvGrpSpPr>
          <p:cNvPr id="917" name="Google Shape;917;p76"/>
          <p:cNvGrpSpPr/>
          <p:nvPr/>
        </p:nvGrpSpPr>
        <p:grpSpPr>
          <a:xfrm>
            <a:off x="11407071" y="476250"/>
            <a:ext cx="213430" cy="571500"/>
            <a:chOff x="4249" y="1683"/>
            <a:chExt cx="695" cy="1861"/>
          </a:xfrm>
        </p:grpSpPr>
        <p:sp>
          <p:nvSpPr>
            <p:cNvPr id="918" name="Google Shape;918;p76"/>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919" name="Google Shape;919;p76"/>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250"/>
                                        <p:tgtEl>
                                          <p:spTgt spid="911"/>
                                        </p:tgtEl>
                                      </p:cBhvr>
                                    </p:animEffect>
                                  </p:childTnLst>
                                </p:cTn>
                              </p:par>
                              <p:par>
                                <p:cTn fill="hold" nodeType="with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250"/>
                                        <p:tgtEl>
                                          <p:spTgt spid="914"/>
                                        </p:tgtEl>
                                      </p:cBhvr>
                                    </p:animEffect>
                                  </p:childTnLst>
                                </p:cTn>
                              </p:par>
                              <p:par>
                                <p:cTn fill="hold" nodeType="with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250"/>
                                        <p:tgtEl>
                                          <p:spTgt spid="915"/>
                                        </p:tgtEl>
                                      </p:cBhvr>
                                    </p:animEffect>
                                  </p:childTnLst>
                                </p:cTn>
                              </p:par>
                              <p:par>
                                <p:cTn fill="hold" nodeType="with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360"/>
                                        <p:tgtEl>
                                          <p:spTgt spid="9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separator (option B)">
  <p:cSld name="Content with separator (option B)">
    <p:bg>
      <p:bgPr>
        <a:gradFill>
          <a:gsLst>
            <a:gs pos="0">
              <a:schemeClr val="accent2"/>
            </a:gs>
            <a:gs pos="100000">
              <a:schemeClr val="dk2"/>
            </a:gs>
          </a:gsLst>
          <a:lin ang="5400000" scaled="0"/>
        </a:gradFill>
      </p:bgPr>
    </p:bg>
    <p:spTree>
      <p:nvGrpSpPr>
        <p:cNvPr id="920" name="Shape 920"/>
        <p:cNvGrpSpPr/>
        <p:nvPr/>
      </p:nvGrpSpPr>
      <p:grpSpPr>
        <a:xfrm>
          <a:off x="0" y="0"/>
          <a:ext cx="0" cy="0"/>
          <a:chOff x="0" y="0"/>
          <a:chExt cx="0" cy="0"/>
        </a:xfrm>
      </p:grpSpPr>
      <p:pic>
        <p:nvPicPr>
          <p:cNvPr descr="Background pattern&#10;&#10;Description automatically generated" id="921" name="Google Shape;921;p77"/>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922" name="Google Shape;922;p77"/>
          <p:cNvSpPr/>
          <p:nvPr/>
        </p:nvSpPr>
        <p:spPr>
          <a:xfrm>
            <a:off x="285750" y="0"/>
            <a:ext cx="11906250" cy="685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23" name="Google Shape;923;p77"/>
          <p:cNvSpPr txBox="1"/>
          <p:nvPr>
            <p:ph type="title"/>
          </p:nvPr>
        </p:nvSpPr>
        <p:spPr>
          <a:xfrm>
            <a:off x="571500" y="571500"/>
            <a:ext cx="4064000" cy="5715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2400"/>
              <a:buFont typeface="Arial"/>
              <a:buNone/>
              <a:defRPr sz="2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4" name="Google Shape;924;p77"/>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5" name="Google Shape;925;p77"/>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6" name="Google Shape;926;p77"/>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27" name="Google Shape;927;p77"/>
          <p:cNvSpPr/>
          <p:nvPr/>
        </p:nvSpPr>
        <p:spPr>
          <a:xfrm>
            <a:off x="4635500" y="571500"/>
            <a:ext cx="127000" cy="1270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28" name="Google Shape;928;p77"/>
          <p:cNvSpPr/>
          <p:nvPr/>
        </p:nvSpPr>
        <p:spPr>
          <a:xfrm>
            <a:off x="4635500" y="6159500"/>
            <a:ext cx="127000" cy="1270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cxnSp>
        <p:nvCxnSpPr>
          <p:cNvPr id="929" name="Google Shape;929;p77"/>
          <p:cNvCxnSpPr/>
          <p:nvPr/>
        </p:nvCxnSpPr>
        <p:spPr>
          <a:xfrm>
            <a:off x="4699000" y="698500"/>
            <a:ext cx="0" cy="5461000"/>
          </a:xfrm>
          <a:prstGeom prst="straightConnector1">
            <a:avLst/>
          </a:prstGeom>
          <a:noFill/>
          <a:ln cap="flat" cmpd="sng" w="19050">
            <a:solidFill>
              <a:schemeClr val="dk2"/>
            </a:solidFill>
            <a:prstDash val="solid"/>
            <a:miter lim="8000"/>
            <a:headEnd len="sm" w="sm" type="none"/>
            <a:tailEnd len="sm" w="sm" type="none"/>
          </a:ln>
        </p:spPr>
      </p:cxnSp>
      <p:grpSp>
        <p:nvGrpSpPr>
          <p:cNvPr id="930" name="Google Shape;930;p77"/>
          <p:cNvGrpSpPr/>
          <p:nvPr/>
        </p:nvGrpSpPr>
        <p:grpSpPr>
          <a:xfrm>
            <a:off x="11407071" y="476250"/>
            <a:ext cx="213430" cy="571500"/>
            <a:chOff x="4249" y="1683"/>
            <a:chExt cx="695" cy="1861"/>
          </a:xfrm>
        </p:grpSpPr>
        <p:sp>
          <p:nvSpPr>
            <p:cNvPr id="931" name="Google Shape;931;p77"/>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932" name="Google Shape;932;p77"/>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933" name="Google Shape;933;p77"/>
          <p:cNvSpPr txBox="1"/>
          <p:nvPr>
            <p:ph idx="1" type="body"/>
          </p:nvPr>
        </p:nvSpPr>
        <p:spPr>
          <a:xfrm>
            <a:off x="4762500" y="571500"/>
            <a:ext cx="6858000" cy="5715000"/>
          </a:xfrm>
          <a:prstGeom prst="rect">
            <a:avLst/>
          </a:prstGeom>
          <a:noFill/>
          <a:ln>
            <a:noFill/>
          </a:ln>
        </p:spPr>
        <p:txBody>
          <a:bodyPr anchorCtr="0" anchor="ctr" bIns="0" lIns="1224000" spcFirstLastPara="1" rIns="72000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dk1"/>
              </a:buClr>
              <a:buSzPts val="216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
                                  </p:stCondLst>
                                  <p:childTnLst>
                                    <p:set>
                                      <p:cBhvr>
                                        <p:cTn dur="1" fill="hold">
                                          <p:stCondLst>
                                            <p:cond delay="0"/>
                                          </p:stCondLst>
                                        </p:cTn>
                                        <p:tgtEl>
                                          <p:spTgt spid="927"/>
                                        </p:tgtEl>
                                        <p:attrNameLst>
                                          <p:attrName>style.visibility</p:attrName>
                                        </p:attrNameLst>
                                      </p:cBhvr>
                                      <p:to>
                                        <p:strVal val="visible"/>
                                      </p:to>
                                    </p:set>
                                    <p:animEffect filter="fade" transition="in">
                                      <p:cBhvr>
                                        <p:cTn dur="250"/>
                                        <p:tgtEl>
                                          <p:spTgt spid="927"/>
                                        </p:tgtEl>
                                      </p:cBhvr>
                                    </p:animEffect>
                                  </p:childTnLst>
                                </p:cTn>
                              </p:par>
                            </p:childTnLst>
                          </p:cTn>
                        </p:par>
                        <p:par>
                          <p:cTn fill="hold">
                            <p:stCondLst>
                              <p:cond delay="250"/>
                            </p:stCondLst>
                            <p:childTnLst>
                              <p:par>
                                <p:cTn fill="hold" nodeType="afterEffect" presetClass="entr" presetID="10" presetSubtype="0">
                                  <p:stCondLst>
                                    <p:cond delay="100"/>
                                  </p:stCondLst>
                                  <p:childTnLst>
                                    <p:set>
                                      <p:cBhvr>
                                        <p:cTn dur="1" fill="hold">
                                          <p:stCondLst>
                                            <p:cond delay="0"/>
                                          </p:stCondLst>
                                        </p:cTn>
                                        <p:tgtEl>
                                          <p:spTgt spid="928"/>
                                        </p:tgtEl>
                                        <p:attrNameLst>
                                          <p:attrName>style.visibility</p:attrName>
                                        </p:attrNameLst>
                                      </p:cBhvr>
                                      <p:to>
                                        <p:strVal val="visible"/>
                                      </p:to>
                                    </p:set>
                                    <p:animEffect filter="fade" transition="in">
                                      <p:cBhvr>
                                        <p:cTn dur="250"/>
                                        <p:tgtEl>
                                          <p:spTgt spid="928"/>
                                        </p:tgtEl>
                                      </p:cBhvr>
                                    </p:animEffect>
                                  </p:childTnLst>
                                </p:cTn>
                              </p:par>
                            </p:childTnLst>
                          </p:cTn>
                        </p:par>
                        <p:par>
                          <p:cTn fill="hold">
                            <p:stCondLst>
                              <p:cond delay="500"/>
                            </p:stCondLst>
                            <p:childTnLst>
                              <p:par>
                                <p:cTn fill="hold" nodeType="afterEffect" presetClass="entr" presetID="10" presetSubtype="0">
                                  <p:stCondLst>
                                    <p:cond delay="200"/>
                                  </p:stCondLst>
                                  <p:childTnLst>
                                    <p:set>
                                      <p:cBhvr>
                                        <p:cTn dur="1" fill="hold">
                                          <p:stCondLst>
                                            <p:cond delay="0"/>
                                          </p:stCondLst>
                                        </p:cTn>
                                        <p:tgtEl>
                                          <p:spTgt spid="929"/>
                                        </p:tgtEl>
                                        <p:attrNameLst>
                                          <p:attrName>style.visibility</p:attrName>
                                        </p:attrNameLst>
                                      </p:cBhvr>
                                      <p:to>
                                        <p:strVal val="visible"/>
                                      </p:to>
                                    </p:set>
                                    <p:animEffect filter="fade" transition="in">
                                      <p:cBhvr>
                                        <p:cTn dur="250"/>
                                        <p:tgtEl>
                                          <p:spTgt spid="9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dark)">
  <p:cSld name="Title Only (dark)">
    <p:bg>
      <p:bgPr>
        <a:solidFill>
          <a:schemeClr val="dk2"/>
        </a:solidFill>
      </p:bgPr>
    </p:bg>
    <p:spTree>
      <p:nvGrpSpPr>
        <p:cNvPr id="934" name="Shape 934"/>
        <p:cNvGrpSpPr/>
        <p:nvPr/>
      </p:nvGrpSpPr>
      <p:grpSpPr>
        <a:xfrm>
          <a:off x="0" y="0"/>
          <a:ext cx="0" cy="0"/>
          <a:chOff x="0" y="0"/>
          <a:chExt cx="0" cy="0"/>
        </a:xfrm>
      </p:grpSpPr>
      <p:pic>
        <p:nvPicPr>
          <p:cNvPr descr="Background pattern&#10;&#10;Description automatically generated" id="935" name="Google Shape;935;p78"/>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936" name="Google Shape;936;p78"/>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7" name="Google Shape;937;p78"/>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8" name="Google Shape;938;p78"/>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9" name="Google Shape;939;p78"/>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940" name="Google Shape;940;p78"/>
          <p:cNvGrpSpPr/>
          <p:nvPr/>
        </p:nvGrpSpPr>
        <p:grpSpPr>
          <a:xfrm>
            <a:off x="11407071" y="476250"/>
            <a:ext cx="213430" cy="571500"/>
            <a:chOff x="4249" y="1683"/>
            <a:chExt cx="695" cy="1861"/>
          </a:xfrm>
        </p:grpSpPr>
        <p:sp>
          <p:nvSpPr>
            <p:cNvPr id="941" name="Google Shape;941;p78"/>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942" name="Google Shape;942;p78"/>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dark)">
  <p:cSld name="Title and Content (dark)">
    <p:bg>
      <p:bgPr>
        <a:solidFill>
          <a:schemeClr val="dk2"/>
        </a:solidFill>
      </p:bgPr>
    </p:bg>
    <p:spTree>
      <p:nvGrpSpPr>
        <p:cNvPr id="943" name="Shape 943"/>
        <p:cNvGrpSpPr/>
        <p:nvPr/>
      </p:nvGrpSpPr>
      <p:grpSpPr>
        <a:xfrm>
          <a:off x="0" y="0"/>
          <a:ext cx="0" cy="0"/>
          <a:chOff x="0" y="0"/>
          <a:chExt cx="0" cy="0"/>
        </a:xfrm>
      </p:grpSpPr>
      <p:pic>
        <p:nvPicPr>
          <p:cNvPr descr="Background pattern&#10;&#10;Description automatically generated" id="944" name="Google Shape;944;p79"/>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945" name="Google Shape;945;p79"/>
          <p:cNvSpPr txBox="1"/>
          <p:nvPr>
            <p:ph idx="1" type="body"/>
          </p:nvPr>
        </p:nvSpPr>
        <p:spPr>
          <a:xfrm>
            <a:off x="571500" y="1524000"/>
            <a:ext cx="11049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46" name="Google Shape;946;p79"/>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7" name="Google Shape;947;p79"/>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8" name="Google Shape;948;p79"/>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49" name="Google Shape;949;p79"/>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950" name="Google Shape;950;p79"/>
          <p:cNvGrpSpPr/>
          <p:nvPr/>
        </p:nvGrpSpPr>
        <p:grpSpPr>
          <a:xfrm>
            <a:off x="11407071" y="476250"/>
            <a:ext cx="213430" cy="571500"/>
            <a:chOff x="4249" y="1683"/>
            <a:chExt cx="695" cy="1861"/>
          </a:xfrm>
        </p:grpSpPr>
        <p:sp>
          <p:nvSpPr>
            <p:cNvPr id="951" name="Google Shape;951;p79"/>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952" name="Google Shape;952;p79"/>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dark)">
  <p:cSld name="Two Content (dark)">
    <p:bg>
      <p:bgPr>
        <a:solidFill>
          <a:schemeClr val="dk2"/>
        </a:solidFill>
      </p:bgPr>
    </p:bg>
    <p:spTree>
      <p:nvGrpSpPr>
        <p:cNvPr id="953" name="Shape 953"/>
        <p:cNvGrpSpPr/>
        <p:nvPr/>
      </p:nvGrpSpPr>
      <p:grpSpPr>
        <a:xfrm>
          <a:off x="0" y="0"/>
          <a:ext cx="0" cy="0"/>
          <a:chOff x="0" y="0"/>
          <a:chExt cx="0" cy="0"/>
        </a:xfrm>
      </p:grpSpPr>
      <p:pic>
        <p:nvPicPr>
          <p:cNvPr descr="Background pattern&#10;&#10;Description automatically generated" id="954" name="Google Shape;954;p80"/>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955" name="Google Shape;955;p80"/>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6" name="Google Shape;956;p80"/>
          <p:cNvSpPr txBox="1"/>
          <p:nvPr>
            <p:ph idx="11" type="ftr"/>
          </p:nvPr>
        </p:nvSpPr>
        <p:spPr>
          <a:xfrm>
            <a:off x="571500" y="6477000"/>
            <a:ext cx="38735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7" name="Google Shape;957;p80"/>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58" name="Google Shape;958;p80"/>
          <p:cNvSpPr txBox="1"/>
          <p:nvPr>
            <p:ph idx="1" type="body"/>
          </p:nvPr>
        </p:nvSpPr>
        <p:spPr>
          <a:xfrm>
            <a:off x="571500" y="1524000"/>
            <a:ext cx="5461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59" name="Google Shape;959;p80"/>
          <p:cNvSpPr txBox="1"/>
          <p:nvPr>
            <p:ph idx="2" type="body"/>
          </p:nvPr>
        </p:nvSpPr>
        <p:spPr>
          <a:xfrm>
            <a:off x="6159501" y="1524000"/>
            <a:ext cx="5461000" cy="4762500"/>
          </a:xfrm>
          <a:prstGeom prst="rect">
            <a:avLst/>
          </a:prstGeom>
          <a:noFill/>
          <a:ln>
            <a:noFill/>
          </a:ln>
        </p:spPr>
        <p:txBody>
          <a:bodyPr anchorCtr="0" anchor="t" bIns="0" lIns="0" spcFirstLastPara="1" rIns="0" wrap="square" tIns="0">
            <a:normAutofit/>
          </a:bodyPr>
          <a:lstStyle>
            <a:lvl1pPr indent="-365760" lvl="0" marL="457200" algn="l">
              <a:lnSpc>
                <a:spcPct val="90000"/>
              </a:lnSpc>
              <a:spcBef>
                <a:spcPts val="1000"/>
              </a:spcBef>
              <a:spcAft>
                <a:spcPts val="0"/>
              </a:spcAft>
              <a:buSzPts val="2160"/>
              <a:buChar char="•"/>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60" name="Google Shape;960;p80"/>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961" name="Google Shape;961;p80"/>
          <p:cNvGrpSpPr/>
          <p:nvPr/>
        </p:nvGrpSpPr>
        <p:grpSpPr>
          <a:xfrm>
            <a:off x="11407071" y="476250"/>
            <a:ext cx="213430" cy="571500"/>
            <a:chOff x="4249" y="1683"/>
            <a:chExt cx="695" cy="1861"/>
          </a:xfrm>
        </p:grpSpPr>
        <p:sp>
          <p:nvSpPr>
            <p:cNvPr id="962" name="Google Shape;962;p80"/>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963" name="Google Shape;963;p80"/>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Video (dark)">
  <p:cSld name="Intro Video (dark)">
    <p:bg>
      <p:bgPr>
        <a:solidFill>
          <a:schemeClr val="dk2"/>
        </a:solidFill>
      </p:bgPr>
    </p:bg>
    <p:spTree>
      <p:nvGrpSpPr>
        <p:cNvPr id="964" name="Shape 964"/>
        <p:cNvGrpSpPr/>
        <p:nvPr/>
      </p:nvGrpSpPr>
      <p:grpSpPr>
        <a:xfrm>
          <a:off x="0" y="0"/>
          <a:ext cx="0" cy="0"/>
          <a:chOff x="0" y="0"/>
          <a:chExt cx="0" cy="0"/>
        </a:xfrm>
      </p:grpSpPr>
      <p:pic>
        <p:nvPicPr>
          <p:cNvPr descr="Background pattern&#10;&#10;Description automatically generated" id="965" name="Google Shape;965;p81"/>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966" name="Google Shape;966;p81"/>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7" name="Google Shape;967;p81"/>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8" name="Google Shape;968;p81"/>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969" name="Google Shape;969;p81"/>
          <p:cNvGrpSpPr/>
          <p:nvPr/>
        </p:nvGrpSpPr>
        <p:grpSpPr>
          <a:xfrm>
            <a:off x="11407071" y="476250"/>
            <a:ext cx="213430" cy="571500"/>
            <a:chOff x="4249" y="1683"/>
            <a:chExt cx="695" cy="1861"/>
          </a:xfrm>
        </p:grpSpPr>
        <p:sp>
          <p:nvSpPr>
            <p:cNvPr id="970" name="Google Shape;970;p81"/>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971" name="Google Shape;971;p81"/>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
        <p:nvSpPr>
          <p:cNvPr id="972" name="Google Shape;972;p81"/>
          <p:cNvSpPr/>
          <p:nvPr>
            <p:ph idx="2" type="media"/>
          </p:nvPr>
        </p:nvSpPr>
        <p:spPr>
          <a:xfrm>
            <a:off x="1185335" y="762000"/>
            <a:ext cx="9821331" cy="5524500"/>
          </a:xfrm>
          <a:prstGeom prst="rect">
            <a:avLst/>
          </a:prstGeom>
          <a:solidFill>
            <a:schemeClr val="dk1"/>
          </a:solidFill>
          <a:ln cap="rnd" cmpd="sng" w="25400">
            <a:solidFill>
              <a:srgbClr val="262626"/>
            </a:solidFill>
            <a:prstDash val="solid"/>
            <a:round/>
            <a:headEnd len="sm" w="sm" type="none"/>
            <a:tailEnd len="sm" w="sm" type="none"/>
          </a:ln>
          <a:effectLst>
            <a:outerShdw blurRad="508000" rotWithShape="0" algn="ctr" dir="5400000" dist="101600">
              <a:srgbClr val="000000">
                <a:alpha val="40000"/>
              </a:srgbClr>
            </a:outerShdw>
          </a:effectLst>
        </p:spPr>
        <p:txBody>
          <a:bodyPr anchorCtr="0" anchor="ctr" bIns="0" lIns="0" spcFirstLastPara="1" rIns="0" wrap="square" tIns="1008000">
            <a:noAutofit/>
          </a:bodyPr>
          <a:lstStyle>
            <a:lvl1pPr lvl="0" marR="0" rtl="0" algn="ctr">
              <a:lnSpc>
                <a:spcPct val="90000"/>
              </a:lnSpc>
              <a:spcBef>
                <a:spcPts val="1000"/>
              </a:spcBef>
              <a:spcAft>
                <a:spcPts val="0"/>
              </a:spcAft>
              <a:buClr>
                <a:schemeClr val="lt2"/>
              </a:buClr>
              <a:buSzPts val="2400"/>
              <a:buFont typeface="Calibri"/>
              <a:buNone/>
              <a:defRPr b="0" i="0" sz="2000" u="none" cap="none" strike="noStrike">
                <a:solidFill>
                  <a:schemeClr val="lt1"/>
                </a:solidFill>
                <a:latin typeface="Verdana"/>
                <a:ea typeface="Verdana"/>
                <a:cs typeface="Verdana"/>
                <a:sym typeface="Verdana"/>
              </a:defRPr>
            </a:lvl1pPr>
            <a:lvl2pPr lvl="1" marR="0" rtl="0" algn="l">
              <a:lnSpc>
                <a:spcPct val="90000"/>
              </a:lnSpc>
              <a:spcBef>
                <a:spcPts val="1000"/>
              </a:spcBef>
              <a:spcAft>
                <a:spcPts val="0"/>
              </a:spcAft>
              <a:buClr>
                <a:schemeClr val="lt2"/>
              </a:buClr>
              <a:buSzPts val="2160"/>
              <a:buFont typeface="Calibri"/>
              <a:buChar char="•"/>
              <a:defRPr b="0" i="0" sz="1800" u="none" cap="none" strike="noStrike">
                <a:solidFill>
                  <a:schemeClr val="lt1"/>
                </a:solidFill>
                <a:latin typeface="Verdana"/>
                <a:ea typeface="Verdana"/>
                <a:cs typeface="Verdana"/>
                <a:sym typeface="Verdana"/>
              </a:defRPr>
            </a:lvl2pPr>
            <a:lvl3pPr lvl="2" marR="0" rtl="0" algn="l">
              <a:lnSpc>
                <a:spcPct val="90000"/>
              </a:lnSpc>
              <a:spcBef>
                <a:spcPts val="1000"/>
              </a:spcBef>
              <a:spcAft>
                <a:spcPts val="0"/>
              </a:spcAft>
              <a:buClr>
                <a:schemeClr val="lt2"/>
              </a:buClr>
              <a:buSzPts val="1920"/>
              <a:buFont typeface="Calibri"/>
              <a:buChar char="•"/>
              <a:defRPr b="0" i="0" sz="1600" u="none" cap="none" strike="noStrike">
                <a:solidFill>
                  <a:schemeClr val="lt1"/>
                </a:solidFill>
                <a:latin typeface="Verdana"/>
                <a:ea typeface="Verdana"/>
                <a:cs typeface="Verdana"/>
                <a:sym typeface="Verdana"/>
              </a:defRPr>
            </a:lvl3pPr>
            <a:lvl4pPr lvl="3" marR="0" rtl="0" algn="l">
              <a:lnSpc>
                <a:spcPct val="90000"/>
              </a:lnSpc>
              <a:spcBef>
                <a:spcPts val="1000"/>
              </a:spcBef>
              <a:spcAft>
                <a:spcPts val="0"/>
              </a:spcAft>
              <a:buClr>
                <a:schemeClr val="lt2"/>
              </a:buClr>
              <a:buSzPts val="1680"/>
              <a:buFont typeface="Calibri"/>
              <a:buChar char="•"/>
              <a:defRPr b="0" i="0" sz="1400" u="none" cap="none" strike="noStrike">
                <a:solidFill>
                  <a:schemeClr val="lt1"/>
                </a:solidFill>
                <a:latin typeface="Verdana"/>
                <a:ea typeface="Verdana"/>
                <a:cs typeface="Verdana"/>
                <a:sym typeface="Verdana"/>
              </a:defRPr>
            </a:lvl4pPr>
            <a:lvl5pPr lvl="4" marR="0" rtl="0" algn="l">
              <a:lnSpc>
                <a:spcPct val="90000"/>
              </a:lnSpc>
              <a:spcBef>
                <a:spcPts val="1000"/>
              </a:spcBef>
              <a:spcAft>
                <a:spcPts val="0"/>
              </a:spcAft>
              <a:buClr>
                <a:schemeClr val="lt2"/>
              </a:buClr>
              <a:buSzPts val="1400"/>
              <a:buFont typeface="Arial"/>
              <a:buAutoNum type="arabicPeriod"/>
              <a:defRPr b="0" i="0" sz="1400" u="none" cap="none" strike="noStrike">
                <a:solidFill>
                  <a:schemeClr val="lt1"/>
                </a:solidFill>
                <a:latin typeface="Verdana"/>
                <a:ea typeface="Verdana"/>
                <a:cs typeface="Verdana"/>
                <a:sym typeface="Verdana"/>
              </a:defRPr>
            </a:lvl5pPr>
            <a:lvl6pPr lvl="5" marR="0" rtl="0" algn="l">
              <a:lnSpc>
                <a:spcPct val="90000"/>
              </a:lnSpc>
              <a:spcBef>
                <a:spcPts val="1000"/>
              </a:spcBef>
              <a:spcAft>
                <a:spcPts val="0"/>
              </a:spcAft>
              <a:buClr>
                <a:schemeClr val="accent6"/>
              </a:buClr>
              <a:buSzPts val="1680"/>
              <a:buFont typeface="Calibri"/>
              <a:buChar char="•"/>
              <a:defRPr b="0" i="0" sz="1400" u="none" cap="none" strike="noStrike">
                <a:solidFill>
                  <a:schemeClr val="lt1"/>
                </a:solidFill>
                <a:latin typeface="Verdana"/>
                <a:ea typeface="Verdana"/>
                <a:cs typeface="Verdana"/>
                <a:sym typeface="Verdana"/>
              </a:defRPr>
            </a:lvl6pPr>
            <a:lvl7pPr lvl="6" marR="0" rtl="0" algn="l">
              <a:lnSpc>
                <a:spcPct val="90000"/>
              </a:lnSpc>
              <a:spcBef>
                <a:spcPts val="1000"/>
              </a:spcBef>
              <a:spcAft>
                <a:spcPts val="0"/>
              </a:spcAft>
              <a:buClr>
                <a:schemeClr val="accent1"/>
              </a:buClr>
              <a:buSzPts val="1680"/>
              <a:buFont typeface="Calibri"/>
              <a:buChar char="•"/>
              <a:defRPr b="0" i="0" sz="1400" u="none" cap="none" strike="noStrike">
                <a:solidFill>
                  <a:schemeClr val="lt1"/>
                </a:solidFill>
                <a:latin typeface="Verdana"/>
                <a:ea typeface="Verdana"/>
                <a:cs typeface="Verdana"/>
                <a:sym typeface="Verdana"/>
              </a:defRPr>
            </a:lvl7pPr>
            <a:lvl8pPr lvl="7" marR="0" rtl="0" algn="l">
              <a:lnSpc>
                <a:spcPct val="90000"/>
              </a:lnSpc>
              <a:spcBef>
                <a:spcPts val="1000"/>
              </a:spcBef>
              <a:spcAft>
                <a:spcPts val="0"/>
              </a:spcAft>
              <a:buClr>
                <a:schemeClr val="accent6"/>
              </a:buClr>
              <a:buSzPts val="1440"/>
              <a:buFont typeface="Calibri"/>
              <a:buChar char="•"/>
              <a:defRPr b="1" i="0" sz="1200" u="none" cap="none" strike="noStrike">
                <a:solidFill>
                  <a:schemeClr val="accent6"/>
                </a:solidFill>
                <a:latin typeface="Verdana"/>
                <a:ea typeface="Verdana"/>
                <a:cs typeface="Verdana"/>
                <a:sym typeface="Verdana"/>
              </a:defRPr>
            </a:lvl8pPr>
            <a:lvl9pPr lvl="8" marR="0" rtl="0" algn="l">
              <a:lnSpc>
                <a:spcPct val="90000"/>
              </a:lnSpc>
              <a:spcBef>
                <a:spcPts val="1000"/>
              </a:spcBef>
              <a:spcAft>
                <a:spcPts val="0"/>
              </a:spcAft>
              <a:buClr>
                <a:schemeClr val="lt1"/>
              </a:buClr>
              <a:buSzPts val="1200"/>
              <a:buFont typeface="Calibri"/>
              <a:buChar char="•"/>
              <a:defRPr b="0" i="0" sz="1000" u="none" cap="none" strike="noStrike">
                <a:solidFill>
                  <a:schemeClr val="lt1"/>
                </a:solidFill>
                <a:latin typeface="Verdana"/>
                <a:ea typeface="Verdana"/>
                <a:cs typeface="Verdana"/>
                <a:sym typeface="Verdana"/>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 (dark)">
    <p:bg>
      <p:bgPr>
        <a:solidFill>
          <a:schemeClr val="dk2"/>
        </a:solidFill>
      </p:bgPr>
    </p:bg>
    <p:spTree>
      <p:nvGrpSpPr>
        <p:cNvPr id="973" name="Shape 973"/>
        <p:cNvGrpSpPr/>
        <p:nvPr/>
      </p:nvGrpSpPr>
      <p:grpSpPr>
        <a:xfrm>
          <a:off x="0" y="0"/>
          <a:ext cx="0" cy="0"/>
          <a:chOff x="0" y="0"/>
          <a:chExt cx="0" cy="0"/>
        </a:xfrm>
      </p:grpSpPr>
      <p:pic>
        <p:nvPicPr>
          <p:cNvPr descr="Background pattern&#10;&#10;Description automatically generated" id="974" name="Google Shape;974;p82"/>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ontact">
    <p:bg>
      <p:bgPr>
        <a:gradFill>
          <a:gsLst>
            <a:gs pos="0">
              <a:schemeClr val="accent4"/>
            </a:gs>
            <a:gs pos="2000">
              <a:schemeClr val="accent4"/>
            </a:gs>
            <a:gs pos="100000">
              <a:schemeClr val="accent3"/>
            </a:gs>
          </a:gsLst>
          <a:lin ang="5400000" scaled="0"/>
        </a:gradFill>
      </p:bgPr>
    </p:bg>
    <p:spTree>
      <p:nvGrpSpPr>
        <p:cNvPr id="975" name="Shape 975"/>
        <p:cNvGrpSpPr/>
        <p:nvPr/>
      </p:nvGrpSpPr>
      <p:grpSpPr>
        <a:xfrm>
          <a:off x="0" y="0"/>
          <a:ext cx="0" cy="0"/>
          <a:chOff x="0" y="0"/>
          <a:chExt cx="0" cy="0"/>
        </a:xfrm>
      </p:grpSpPr>
      <p:pic>
        <p:nvPicPr>
          <p:cNvPr descr="Background pattern&#10;&#10;Description automatically generated" id="976" name="Google Shape;976;p83"/>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977" name="Google Shape;977;p83"/>
          <p:cNvSpPr txBox="1"/>
          <p:nvPr>
            <p:ph type="title"/>
          </p:nvPr>
        </p:nvSpPr>
        <p:spPr>
          <a:xfrm>
            <a:off x="571500" y="1524001"/>
            <a:ext cx="5461000" cy="40640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5400"/>
              <a:buFont typeface="Arial"/>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8" name="Google Shape;978;p83"/>
          <p:cNvSpPr txBox="1"/>
          <p:nvPr>
            <p:ph idx="1" type="body"/>
          </p:nvPr>
        </p:nvSpPr>
        <p:spPr>
          <a:xfrm>
            <a:off x="6159502" y="2984499"/>
            <a:ext cx="5460998" cy="315570"/>
          </a:xfrm>
          <a:prstGeom prst="rect">
            <a:avLst/>
          </a:prstGeom>
          <a:noFill/>
          <a:ln>
            <a:noFill/>
          </a:ln>
        </p:spPr>
        <p:txBody>
          <a:bodyPr anchorCtr="0" anchor="b" bIns="18000" lIns="0" spcFirstLastPara="1" rIns="0" wrap="square" tIns="0">
            <a:noAutofit/>
          </a:bodyPr>
          <a:lstStyle>
            <a:lvl1pPr indent="-228600" lvl="0" marL="457200" algn="l">
              <a:lnSpc>
                <a:spcPct val="90000"/>
              </a:lnSpc>
              <a:spcBef>
                <a:spcPts val="1000"/>
              </a:spcBef>
              <a:spcAft>
                <a:spcPts val="0"/>
              </a:spcAft>
              <a:buSzPts val="2880"/>
              <a:buNone/>
              <a:defRPr sz="2400">
                <a:solidFill>
                  <a:schemeClr val="lt1"/>
                </a:solidFill>
                <a:latin typeface="Arial"/>
                <a:ea typeface="Arial"/>
                <a:cs typeface="Arial"/>
                <a:sym typeface="Aria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79" name="Google Shape;979;p83"/>
          <p:cNvSpPr txBox="1"/>
          <p:nvPr>
            <p:ph idx="2" type="body"/>
          </p:nvPr>
        </p:nvSpPr>
        <p:spPr>
          <a:xfrm>
            <a:off x="6159502" y="3300069"/>
            <a:ext cx="5460998" cy="319431"/>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1000"/>
              </a:spcBef>
              <a:spcAft>
                <a:spcPts val="0"/>
              </a:spcAft>
              <a:buSzPts val="1680"/>
              <a:buNone/>
              <a:defRPr sz="1400">
                <a:solidFill>
                  <a:schemeClr val="lt1"/>
                </a:solidFill>
                <a:latin typeface="Verdana"/>
                <a:ea typeface="Verdana"/>
                <a:cs typeface="Verdana"/>
                <a:sym typeface="Verdana"/>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80" name="Google Shape;980;p83"/>
          <p:cNvSpPr txBox="1"/>
          <p:nvPr>
            <p:ph idx="3" type="body"/>
          </p:nvPr>
        </p:nvSpPr>
        <p:spPr>
          <a:xfrm>
            <a:off x="6159502" y="3682998"/>
            <a:ext cx="5460998" cy="218393"/>
          </a:xfrm>
          <a:prstGeom prst="rect">
            <a:avLst/>
          </a:prstGeom>
          <a:noFill/>
          <a:ln>
            <a:noFill/>
          </a:ln>
        </p:spPr>
        <p:txBody>
          <a:bodyPr anchorCtr="0" anchor="ctr" bIns="0" lIns="0" spcFirstLastPara="1" rIns="0" wrap="square" tIns="0">
            <a:spAutoFit/>
          </a:bodyPr>
          <a:lstStyle>
            <a:lvl1pPr indent="-228600" lvl="0" marL="457200" algn="l">
              <a:lnSpc>
                <a:spcPct val="110000"/>
              </a:lnSpc>
              <a:spcBef>
                <a:spcPts val="1000"/>
              </a:spcBef>
              <a:spcAft>
                <a:spcPts val="0"/>
              </a:spcAft>
              <a:buSzPts val="1680"/>
              <a:buNone/>
              <a:defRPr b="1" sz="1400">
                <a:solidFill>
                  <a:schemeClr val="lt1"/>
                </a:solidFill>
                <a:latin typeface="Verdana"/>
                <a:ea typeface="Verdana"/>
                <a:cs typeface="Verdana"/>
                <a:sym typeface="Verdana"/>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81" name="Google Shape;981;p83"/>
          <p:cNvSpPr txBox="1"/>
          <p:nvPr>
            <p:ph idx="4" type="body"/>
          </p:nvPr>
        </p:nvSpPr>
        <p:spPr>
          <a:xfrm>
            <a:off x="6159499" y="3905249"/>
            <a:ext cx="5461002" cy="218393"/>
          </a:xfrm>
          <a:prstGeom prst="rect">
            <a:avLst/>
          </a:prstGeom>
          <a:noFill/>
          <a:ln>
            <a:noFill/>
          </a:ln>
        </p:spPr>
        <p:txBody>
          <a:bodyPr anchorCtr="0" anchor="ctr" bIns="0" lIns="0" spcFirstLastPara="1" rIns="0" wrap="square" tIns="0">
            <a:spAutoFit/>
          </a:bodyPr>
          <a:lstStyle>
            <a:lvl1pPr indent="-228600" lvl="0" marL="457200" algn="l">
              <a:lnSpc>
                <a:spcPct val="110000"/>
              </a:lnSpc>
              <a:spcBef>
                <a:spcPts val="1000"/>
              </a:spcBef>
              <a:spcAft>
                <a:spcPts val="0"/>
              </a:spcAft>
              <a:buSzPts val="1680"/>
              <a:buNone/>
              <a:defRPr b="1" sz="1400">
                <a:solidFill>
                  <a:schemeClr val="lt1"/>
                </a:solidFill>
                <a:latin typeface="Verdana"/>
                <a:ea typeface="Verdana"/>
                <a:cs typeface="Verdana"/>
                <a:sym typeface="Verdana"/>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82" name="Google Shape;982;p83"/>
          <p:cNvSpPr txBox="1"/>
          <p:nvPr>
            <p:ph idx="10" type="dt"/>
          </p:nvPr>
        </p:nvSpPr>
        <p:spPr>
          <a:xfrm>
            <a:off x="10350500" y="6477000"/>
            <a:ext cx="762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3" name="Google Shape;983;p83"/>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b="1" sz="1000">
                <a:solidFill>
                  <a:schemeClr val="lt1"/>
                </a:solidFill>
                <a:latin typeface="Verdana"/>
                <a:ea typeface="Verdana"/>
                <a:cs typeface="Verdana"/>
                <a:sym typeface="Verdana"/>
              </a:defRPr>
            </a:lvl1pPr>
            <a:lvl2pPr indent="0" lvl="1" marL="0" algn="r">
              <a:spcBef>
                <a:spcPts val="0"/>
              </a:spcBef>
              <a:buNone/>
              <a:defRPr b="1" sz="1000">
                <a:solidFill>
                  <a:schemeClr val="lt1"/>
                </a:solidFill>
                <a:latin typeface="Verdana"/>
                <a:ea typeface="Verdana"/>
                <a:cs typeface="Verdana"/>
                <a:sym typeface="Verdana"/>
              </a:defRPr>
            </a:lvl2pPr>
            <a:lvl3pPr indent="0" lvl="2" marL="0" algn="r">
              <a:spcBef>
                <a:spcPts val="0"/>
              </a:spcBef>
              <a:buNone/>
              <a:defRPr b="1" sz="1000">
                <a:solidFill>
                  <a:schemeClr val="lt1"/>
                </a:solidFill>
                <a:latin typeface="Verdana"/>
                <a:ea typeface="Verdana"/>
                <a:cs typeface="Verdana"/>
                <a:sym typeface="Verdana"/>
              </a:defRPr>
            </a:lvl3pPr>
            <a:lvl4pPr indent="0" lvl="3" marL="0" algn="r">
              <a:spcBef>
                <a:spcPts val="0"/>
              </a:spcBef>
              <a:buNone/>
              <a:defRPr b="1" sz="1000">
                <a:solidFill>
                  <a:schemeClr val="lt1"/>
                </a:solidFill>
                <a:latin typeface="Verdana"/>
                <a:ea typeface="Verdana"/>
                <a:cs typeface="Verdana"/>
                <a:sym typeface="Verdana"/>
              </a:defRPr>
            </a:lvl4pPr>
            <a:lvl5pPr indent="0" lvl="4" marL="0" algn="r">
              <a:spcBef>
                <a:spcPts val="0"/>
              </a:spcBef>
              <a:buNone/>
              <a:defRPr b="1" sz="1000">
                <a:solidFill>
                  <a:schemeClr val="lt1"/>
                </a:solidFill>
                <a:latin typeface="Verdana"/>
                <a:ea typeface="Verdana"/>
                <a:cs typeface="Verdana"/>
                <a:sym typeface="Verdana"/>
              </a:defRPr>
            </a:lvl5pPr>
            <a:lvl6pPr indent="0" lvl="5" marL="0" algn="r">
              <a:spcBef>
                <a:spcPts val="0"/>
              </a:spcBef>
              <a:buNone/>
              <a:defRPr b="1" sz="1000">
                <a:solidFill>
                  <a:schemeClr val="lt1"/>
                </a:solidFill>
                <a:latin typeface="Verdana"/>
                <a:ea typeface="Verdana"/>
                <a:cs typeface="Verdana"/>
                <a:sym typeface="Verdana"/>
              </a:defRPr>
            </a:lvl6pPr>
            <a:lvl7pPr indent="0" lvl="6" marL="0" algn="r">
              <a:spcBef>
                <a:spcPts val="0"/>
              </a:spcBef>
              <a:buNone/>
              <a:defRPr b="1" sz="1000">
                <a:solidFill>
                  <a:schemeClr val="lt1"/>
                </a:solidFill>
                <a:latin typeface="Verdana"/>
                <a:ea typeface="Verdana"/>
                <a:cs typeface="Verdana"/>
                <a:sym typeface="Verdana"/>
              </a:defRPr>
            </a:lvl7pPr>
            <a:lvl8pPr indent="0" lvl="7" marL="0" algn="r">
              <a:spcBef>
                <a:spcPts val="0"/>
              </a:spcBef>
              <a:buNone/>
              <a:defRPr b="1" sz="1000">
                <a:solidFill>
                  <a:schemeClr val="lt1"/>
                </a:solidFill>
                <a:latin typeface="Verdana"/>
                <a:ea typeface="Verdana"/>
                <a:cs typeface="Verdana"/>
                <a:sym typeface="Verdana"/>
              </a:defRPr>
            </a:lvl8pPr>
            <a:lvl9pPr indent="0" lvl="8" marL="0" algn="r">
              <a:spcBef>
                <a:spcPts val="0"/>
              </a:spcBef>
              <a:buNone/>
              <a:defRPr b="1" sz="1000">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
        <p:nvSpPr>
          <p:cNvPr id="984" name="Google Shape;984;p83"/>
          <p:cNvSpPr txBox="1"/>
          <p:nvPr>
            <p:ph idx="11" type="ftr"/>
          </p:nvPr>
        </p:nvSpPr>
        <p:spPr>
          <a:xfrm>
            <a:off x="571500" y="6477000"/>
            <a:ext cx="4064000" cy="2444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985" name="Google Shape;985;p83"/>
          <p:cNvCxnSpPr/>
          <p:nvPr/>
        </p:nvCxnSpPr>
        <p:spPr>
          <a:xfrm>
            <a:off x="6159500" y="2857500"/>
            <a:ext cx="6032500" cy="0"/>
          </a:xfrm>
          <a:prstGeom prst="straightConnector1">
            <a:avLst/>
          </a:prstGeom>
          <a:noFill/>
          <a:ln cap="flat" cmpd="sng" w="19050">
            <a:solidFill>
              <a:schemeClr val="lt1"/>
            </a:solidFill>
            <a:prstDash val="solid"/>
            <a:miter lim="8000"/>
            <a:headEnd len="sm" w="sm" type="none"/>
            <a:tailEnd len="sm" w="sm" type="none"/>
          </a:ln>
        </p:spPr>
      </p:cxnSp>
      <p:cxnSp>
        <p:nvCxnSpPr>
          <p:cNvPr id="986" name="Google Shape;986;p83"/>
          <p:cNvCxnSpPr/>
          <p:nvPr/>
        </p:nvCxnSpPr>
        <p:spPr>
          <a:xfrm>
            <a:off x="6159500" y="4254500"/>
            <a:ext cx="6032500" cy="0"/>
          </a:xfrm>
          <a:prstGeom prst="straightConnector1">
            <a:avLst/>
          </a:prstGeom>
          <a:noFill/>
          <a:ln cap="flat" cmpd="sng" w="19050">
            <a:solidFill>
              <a:schemeClr val="lt1"/>
            </a:solidFill>
            <a:prstDash val="solid"/>
            <a:miter lim="8000"/>
            <a:headEnd len="sm" w="sm" type="none"/>
            <a:tailEnd len="sm" w="sm" type="none"/>
          </a:ln>
        </p:spPr>
      </p:cxnSp>
      <p:sp>
        <p:nvSpPr>
          <p:cNvPr id="987" name="Google Shape;987;p83"/>
          <p:cNvSpPr txBox="1"/>
          <p:nvPr>
            <p:ph idx="5" type="body"/>
          </p:nvPr>
        </p:nvSpPr>
        <p:spPr>
          <a:xfrm>
            <a:off x="6159502" y="4381549"/>
            <a:ext cx="5460998" cy="315570"/>
          </a:xfrm>
          <a:prstGeom prst="rect">
            <a:avLst/>
          </a:prstGeom>
          <a:noFill/>
          <a:ln>
            <a:noFill/>
          </a:ln>
        </p:spPr>
        <p:txBody>
          <a:bodyPr anchorCtr="0" anchor="b" bIns="18000" lIns="0" spcFirstLastPara="1" rIns="0" wrap="square" tIns="0">
            <a:noAutofit/>
          </a:bodyPr>
          <a:lstStyle>
            <a:lvl1pPr indent="-228600" lvl="0" marL="457200" algn="l">
              <a:lnSpc>
                <a:spcPct val="90000"/>
              </a:lnSpc>
              <a:spcBef>
                <a:spcPts val="1000"/>
              </a:spcBef>
              <a:spcAft>
                <a:spcPts val="0"/>
              </a:spcAft>
              <a:buSzPts val="2880"/>
              <a:buNone/>
              <a:defRPr sz="2400">
                <a:solidFill>
                  <a:schemeClr val="lt1"/>
                </a:solidFill>
                <a:latin typeface="Arial"/>
                <a:ea typeface="Arial"/>
                <a:cs typeface="Arial"/>
                <a:sym typeface="Aria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88" name="Google Shape;988;p83"/>
          <p:cNvSpPr txBox="1"/>
          <p:nvPr>
            <p:ph idx="6" type="body"/>
          </p:nvPr>
        </p:nvSpPr>
        <p:spPr>
          <a:xfrm>
            <a:off x="6159502" y="4697119"/>
            <a:ext cx="5460998" cy="319431"/>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1000"/>
              </a:spcBef>
              <a:spcAft>
                <a:spcPts val="0"/>
              </a:spcAft>
              <a:buSzPts val="1680"/>
              <a:buNone/>
              <a:defRPr sz="1400">
                <a:solidFill>
                  <a:schemeClr val="lt1"/>
                </a:solidFill>
                <a:latin typeface="Verdana"/>
                <a:ea typeface="Verdana"/>
                <a:cs typeface="Verdana"/>
                <a:sym typeface="Verdana"/>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89" name="Google Shape;989;p83"/>
          <p:cNvSpPr txBox="1"/>
          <p:nvPr>
            <p:ph idx="7" type="body"/>
          </p:nvPr>
        </p:nvSpPr>
        <p:spPr>
          <a:xfrm>
            <a:off x="6159502" y="5080048"/>
            <a:ext cx="5460998" cy="218393"/>
          </a:xfrm>
          <a:prstGeom prst="rect">
            <a:avLst/>
          </a:prstGeom>
          <a:noFill/>
          <a:ln>
            <a:noFill/>
          </a:ln>
        </p:spPr>
        <p:txBody>
          <a:bodyPr anchorCtr="0" anchor="ctr" bIns="0" lIns="0" spcFirstLastPara="1" rIns="0" wrap="square" tIns="0">
            <a:spAutoFit/>
          </a:bodyPr>
          <a:lstStyle>
            <a:lvl1pPr indent="-228600" lvl="0" marL="457200" algn="l">
              <a:lnSpc>
                <a:spcPct val="110000"/>
              </a:lnSpc>
              <a:spcBef>
                <a:spcPts val="1000"/>
              </a:spcBef>
              <a:spcAft>
                <a:spcPts val="0"/>
              </a:spcAft>
              <a:buSzPts val="1680"/>
              <a:buNone/>
              <a:defRPr b="1" sz="1400">
                <a:solidFill>
                  <a:schemeClr val="lt1"/>
                </a:solidFill>
                <a:latin typeface="Verdana"/>
                <a:ea typeface="Verdana"/>
                <a:cs typeface="Verdana"/>
                <a:sym typeface="Verdana"/>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90" name="Google Shape;990;p83"/>
          <p:cNvSpPr txBox="1"/>
          <p:nvPr>
            <p:ph idx="8" type="body"/>
          </p:nvPr>
        </p:nvSpPr>
        <p:spPr>
          <a:xfrm>
            <a:off x="6159499" y="5302299"/>
            <a:ext cx="5461002" cy="218393"/>
          </a:xfrm>
          <a:prstGeom prst="rect">
            <a:avLst/>
          </a:prstGeom>
          <a:noFill/>
          <a:ln>
            <a:noFill/>
          </a:ln>
        </p:spPr>
        <p:txBody>
          <a:bodyPr anchorCtr="0" anchor="ctr" bIns="0" lIns="0" spcFirstLastPara="1" rIns="0" wrap="square" tIns="0">
            <a:spAutoFit/>
          </a:bodyPr>
          <a:lstStyle>
            <a:lvl1pPr indent="-228600" lvl="0" marL="457200" algn="l">
              <a:lnSpc>
                <a:spcPct val="110000"/>
              </a:lnSpc>
              <a:spcBef>
                <a:spcPts val="1000"/>
              </a:spcBef>
              <a:spcAft>
                <a:spcPts val="0"/>
              </a:spcAft>
              <a:buSzPts val="1680"/>
              <a:buNone/>
              <a:defRPr b="1" sz="1400">
                <a:solidFill>
                  <a:schemeClr val="lt1"/>
                </a:solidFill>
                <a:latin typeface="Verdana"/>
                <a:ea typeface="Verdana"/>
                <a:cs typeface="Verdana"/>
                <a:sym typeface="Verdana"/>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91" name="Google Shape;991;p83"/>
          <p:cNvSpPr txBox="1"/>
          <p:nvPr>
            <p:ph idx="9" type="body"/>
          </p:nvPr>
        </p:nvSpPr>
        <p:spPr>
          <a:xfrm>
            <a:off x="6159502" y="1587499"/>
            <a:ext cx="5460998" cy="315570"/>
          </a:xfrm>
          <a:prstGeom prst="rect">
            <a:avLst/>
          </a:prstGeom>
          <a:noFill/>
          <a:ln>
            <a:noFill/>
          </a:ln>
        </p:spPr>
        <p:txBody>
          <a:bodyPr anchorCtr="0" anchor="b" bIns="18000" lIns="0" spcFirstLastPara="1" rIns="0" wrap="square" tIns="0">
            <a:noAutofit/>
          </a:bodyPr>
          <a:lstStyle>
            <a:lvl1pPr indent="-228600" lvl="0" marL="457200" algn="l">
              <a:lnSpc>
                <a:spcPct val="90000"/>
              </a:lnSpc>
              <a:spcBef>
                <a:spcPts val="1000"/>
              </a:spcBef>
              <a:spcAft>
                <a:spcPts val="0"/>
              </a:spcAft>
              <a:buSzPts val="2880"/>
              <a:buNone/>
              <a:defRPr sz="2400">
                <a:solidFill>
                  <a:schemeClr val="lt1"/>
                </a:solidFill>
                <a:latin typeface="Arial"/>
                <a:ea typeface="Arial"/>
                <a:cs typeface="Arial"/>
                <a:sym typeface="Aria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92" name="Google Shape;992;p83"/>
          <p:cNvSpPr txBox="1"/>
          <p:nvPr>
            <p:ph idx="13" type="body"/>
          </p:nvPr>
        </p:nvSpPr>
        <p:spPr>
          <a:xfrm>
            <a:off x="6159502" y="1903069"/>
            <a:ext cx="5460998" cy="319431"/>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1000"/>
              </a:spcBef>
              <a:spcAft>
                <a:spcPts val="0"/>
              </a:spcAft>
              <a:buSzPts val="1680"/>
              <a:buNone/>
              <a:defRPr sz="1400">
                <a:solidFill>
                  <a:schemeClr val="lt1"/>
                </a:solidFill>
                <a:latin typeface="Verdana"/>
                <a:ea typeface="Verdana"/>
                <a:cs typeface="Verdana"/>
                <a:sym typeface="Verdana"/>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93" name="Google Shape;993;p83"/>
          <p:cNvSpPr txBox="1"/>
          <p:nvPr>
            <p:ph idx="14" type="body"/>
          </p:nvPr>
        </p:nvSpPr>
        <p:spPr>
          <a:xfrm>
            <a:off x="6159502" y="2285998"/>
            <a:ext cx="5460998" cy="218393"/>
          </a:xfrm>
          <a:prstGeom prst="rect">
            <a:avLst/>
          </a:prstGeom>
          <a:noFill/>
          <a:ln>
            <a:noFill/>
          </a:ln>
        </p:spPr>
        <p:txBody>
          <a:bodyPr anchorCtr="0" anchor="ctr" bIns="0" lIns="0" spcFirstLastPara="1" rIns="0" wrap="square" tIns="0">
            <a:spAutoFit/>
          </a:bodyPr>
          <a:lstStyle>
            <a:lvl1pPr indent="-228600" lvl="0" marL="457200" algn="l">
              <a:lnSpc>
                <a:spcPct val="110000"/>
              </a:lnSpc>
              <a:spcBef>
                <a:spcPts val="1000"/>
              </a:spcBef>
              <a:spcAft>
                <a:spcPts val="0"/>
              </a:spcAft>
              <a:buSzPts val="1680"/>
              <a:buNone/>
              <a:defRPr b="1" sz="1400">
                <a:solidFill>
                  <a:schemeClr val="lt1"/>
                </a:solidFill>
                <a:latin typeface="Verdana"/>
                <a:ea typeface="Verdana"/>
                <a:cs typeface="Verdana"/>
                <a:sym typeface="Verdana"/>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994" name="Google Shape;994;p83"/>
          <p:cNvSpPr txBox="1"/>
          <p:nvPr>
            <p:ph idx="15" type="body"/>
          </p:nvPr>
        </p:nvSpPr>
        <p:spPr>
          <a:xfrm>
            <a:off x="6159499" y="2508249"/>
            <a:ext cx="5461002" cy="218393"/>
          </a:xfrm>
          <a:prstGeom prst="rect">
            <a:avLst/>
          </a:prstGeom>
          <a:noFill/>
          <a:ln>
            <a:noFill/>
          </a:ln>
        </p:spPr>
        <p:txBody>
          <a:bodyPr anchorCtr="0" anchor="ctr" bIns="0" lIns="0" spcFirstLastPara="1" rIns="0" wrap="square" tIns="0">
            <a:spAutoFit/>
          </a:bodyPr>
          <a:lstStyle>
            <a:lvl1pPr indent="-228600" lvl="0" marL="457200" algn="l">
              <a:lnSpc>
                <a:spcPct val="110000"/>
              </a:lnSpc>
              <a:spcBef>
                <a:spcPts val="1000"/>
              </a:spcBef>
              <a:spcAft>
                <a:spcPts val="0"/>
              </a:spcAft>
              <a:buSzPts val="1680"/>
              <a:buNone/>
              <a:defRPr b="1" sz="1400">
                <a:solidFill>
                  <a:schemeClr val="lt1"/>
                </a:solidFill>
                <a:latin typeface="Verdana"/>
                <a:ea typeface="Verdana"/>
                <a:cs typeface="Verdana"/>
                <a:sym typeface="Verdana"/>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grpSp>
        <p:nvGrpSpPr>
          <p:cNvPr id="995" name="Google Shape;995;p83"/>
          <p:cNvGrpSpPr/>
          <p:nvPr/>
        </p:nvGrpSpPr>
        <p:grpSpPr>
          <a:xfrm>
            <a:off x="11407071" y="476250"/>
            <a:ext cx="213430" cy="571500"/>
            <a:chOff x="4249" y="1683"/>
            <a:chExt cx="695" cy="1861"/>
          </a:xfrm>
        </p:grpSpPr>
        <p:sp>
          <p:nvSpPr>
            <p:cNvPr id="996" name="Google Shape;996;p83"/>
            <p:cNvSpPr/>
            <p:nvPr/>
          </p:nvSpPr>
          <p:spPr>
            <a:xfrm>
              <a:off x="4249" y="1824"/>
              <a:ext cx="463" cy="1720"/>
            </a:xfrm>
            <a:custGeom>
              <a:rect b="b" l="l" r="r" t="t"/>
              <a:pathLst>
                <a:path extrusionOk="0" h="1720" w="463">
                  <a:moveTo>
                    <a:pt x="232" y="116"/>
                  </a:moveTo>
                  <a:lnTo>
                    <a:pt x="0" y="0"/>
                  </a:lnTo>
                  <a:lnTo>
                    <a:pt x="0" y="1487"/>
                  </a:lnTo>
                  <a:lnTo>
                    <a:pt x="463" y="1720"/>
                  </a:lnTo>
                  <a:lnTo>
                    <a:pt x="463" y="1463"/>
                  </a:lnTo>
                  <a:lnTo>
                    <a:pt x="232" y="1346"/>
                  </a:lnTo>
                  <a:lnTo>
                    <a:pt x="232" y="11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sp>
          <p:nvSpPr>
            <p:cNvPr id="997" name="Google Shape;997;p83"/>
            <p:cNvSpPr/>
            <p:nvPr/>
          </p:nvSpPr>
          <p:spPr>
            <a:xfrm>
              <a:off x="4481" y="1683"/>
              <a:ext cx="463" cy="1720"/>
            </a:xfrm>
            <a:custGeom>
              <a:rect b="b" l="l" r="r" t="t"/>
              <a:pathLst>
                <a:path extrusionOk="0" h="1720" w="463">
                  <a:moveTo>
                    <a:pt x="231" y="1604"/>
                  </a:moveTo>
                  <a:lnTo>
                    <a:pt x="463" y="1720"/>
                  </a:lnTo>
                  <a:lnTo>
                    <a:pt x="463" y="233"/>
                  </a:lnTo>
                  <a:lnTo>
                    <a:pt x="0" y="0"/>
                  </a:lnTo>
                  <a:lnTo>
                    <a:pt x="0" y="257"/>
                  </a:lnTo>
                  <a:lnTo>
                    <a:pt x="231" y="374"/>
                  </a:lnTo>
                  <a:lnTo>
                    <a:pt x="231" y="160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Verdana"/>
                <a:buNone/>
              </a:pPr>
              <a:r>
                <a:t/>
              </a:r>
              <a:endParaRPr b="0" i="0" sz="1800" u="none" cap="none" strike="noStrike">
                <a:solidFill>
                  <a:srgbClr val="2F3541"/>
                </a:solidFill>
                <a:latin typeface="Trebuchet MS"/>
                <a:ea typeface="Trebuchet MS"/>
                <a:cs typeface="Trebuchet MS"/>
                <a:sym typeface="Trebuchet MS"/>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chemeClr val="accent3"/>
            </a:gs>
            <a:gs pos="100000">
              <a:schemeClr val="dk2"/>
            </a:gs>
          </a:gsLst>
          <a:lin ang="5400000" scaled="0"/>
        </a:gradFill>
      </p:bgPr>
    </p:bg>
    <p:spTree>
      <p:nvGrpSpPr>
        <p:cNvPr id="998" name="Shape 998"/>
        <p:cNvGrpSpPr/>
        <p:nvPr/>
      </p:nvGrpSpPr>
      <p:grpSpPr>
        <a:xfrm>
          <a:off x="0" y="0"/>
          <a:ext cx="0" cy="0"/>
          <a:chOff x="0" y="0"/>
          <a:chExt cx="0" cy="0"/>
        </a:xfrm>
      </p:grpSpPr>
      <p:sp>
        <p:nvSpPr>
          <p:cNvPr id="999" name="Google Shape;999;p84"/>
          <p:cNvSpPr/>
          <p:nvPr/>
        </p:nvSpPr>
        <p:spPr>
          <a:xfrm>
            <a:off x="7002517" y="524331"/>
            <a:ext cx="5439103" cy="5439103"/>
          </a:xfrm>
          <a:prstGeom prst="ellipse">
            <a:avLst/>
          </a:prstGeom>
          <a:gradFill>
            <a:gsLst>
              <a:gs pos="0">
                <a:schemeClr val="accent5"/>
              </a:gs>
              <a:gs pos="1000">
                <a:schemeClr val="accent5"/>
              </a:gs>
              <a:gs pos="100000">
                <a:srgbClr val="D0BAA9">
                  <a:alpha val="0"/>
                </a:srgbClr>
              </a:gs>
            </a:gsLst>
            <a:lin ang="5400000" scaled="0"/>
          </a:grad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sp>
        <p:nvSpPr>
          <p:cNvPr id="1000" name="Google Shape;1000;p84"/>
          <p:cNvSpPr/>
          <p:nvPr/>
        </p:nvSpPr>
        <p:spPr>
          <a:xfrm>
            <a:off x="6096000" y="-986530"/>
            <a:ext cx="6949966" cy="6949964"/>
          </a:xfrm>
          <a:prstGeom prst="ellipse">
            <a:avLst/>
          </a:prstGeom>
          <a:noFill/>
          <a:ln cap="flat" cmpd="sng" w="177800">
            <a:solidFill>
              <a:srgbClr val="FFFFFF"/>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sp>
        <p:nvSpPr>
          <p:cNvPr id="1001" name="Google Shape;1001;p84"/>
          <p:cNvSpPr/>
          <p:nvPr/>
        </p:nvSpPr>
        <p:spPr>
          <a:xfrm>
            <a:off x="9722069" y="1581934"/>
            <a:ext cx="5136931" cy="5136931"/>
          </a:xfrm>
          <a:prstGeom prst="ellipse">
            <a:avLst/>
          </a:prstGeom>
          <a:gradFill>
            <a:gsLst>
              <a:gs pos="0">
                <a:srgbClr val="000000">
                  <a:alpha val="0"/>
                </a:srgbClr>
              </a:gs>
              <a:gs pos="10000">
                <a:srgbClr val="000000">
                  <a:alpha val="0"/>
                </a:srgbClr>
              </a:gs>
              <a:gs pos="80000">
                <a:schemeClr val="dk1"/>
              </a:gs>
              <a:gs pos="100000">
                <a:schemeClr val="dk1"/>
              </a:gs>
            </a:gsLst>
            <a:lin ang="5400000" scaled="0"/>
          </a:gradFill>
          <a:ln>
            <a:noFill/>
          </a:ln>
          <a:effectLst>
            <a:outerShdw blurRad="381000" rotWithShape="0" algn="ctr">
              <a:schemeClr val="dk1">
                <a:alpha val="50196"/>
              </a:schemeClr>
            </a:outerShdw>
          </a:effectLst>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grpSp>
        <p:nvGrpSpPr>
          <p:cNvPr id="1002" name="Google Shape;1002;p84"/>
          <p:cNvGrpSpPr/>
          <p:nvPr/>
        </p:nvGrpSpPr>
        <p:grpSpPr>
          <a:xfrm>
            <a:off x="7606862" y="3546055"/>
            <a:ext cx="3626069" cy="3626069"/>
            <a:chOff x="6209862" y="3546055"/>
            <a:chExt cx="3626069" cy="3626069"/>
          </a:xfrm>
        </p:grpSpPr>
        <p:sp>
          <p:nvSpPr>
            <p:cNvPr id="1003" name="Google Shape;1003;p84"/>
            <p:cNvSpPr/>
            <p:nvPr/>
          </p:nvSpPr>
          <p:spPr>
            <a:xfrm>
              <a:off x="8325069" y="3583321"/>
              <a:ext cx="1510862" cy="2752379"/>
            </a:xfrm>
            <a:custGeom>
              <a:rect b="b" l="l" r="r" t="t"/>
              <a:pathLst>
                <a:path extrusionOk="0" h="2313594" w="1270000">
                  <a:moveTo>
                    <a:pt x="54550" y="0"/>
                  </a:moveTo>
                  <a:lnTo>
                    <a:pt x="199191" y="37191"/>
                  </a:lnTo>
                  <a:cubicBezTo>
                    <a:pt x="819564" y="230147"/>
                    <a:pt x="1270000" y="808809"/>
                    <a:pt x="1270000" y="1492675"/>
                  </a:cubicBezTo>
                  <a:cubicBezTo>
                    <a:pt x="1270000" y="1755701"/>
                    <a:pt x="1203368" y="2003164"/>
                    <a:pt x="1086062" y="2219104"/>
                  </a:cubicBezTo>
                  <a:lnTo>
                    <a:pt x="1028658" y="2313594"/>
                  </a:lnTo>
                  <a:lnTo>
                    <a:pt x="951883" y="2266952"/>
                  </a:lnTo>
                  <a:cubicBezTo>
                    <a:pt x="377585" y="1878964"/>
                    <a:pt x="0" y="1221915"/>
                    <a:pt x="0" y="476675"/>
                  </a:cubicBezTo>
                  <a:cubicBezTo>
                    <a:pt x="0" y="327627"/>
                    <a:pt x="15104" y="182107"/>
                    <a:pt x="43864" y="41561"/>
                  </a:cubicBezTo>
                  <a:close/>
                </a:path>
              </a:pathLst>
            </a:custGeom>
            <a:solidFill>
              <a:schemeClr val="accent2"/>
            </a:solidFill>
            <a:ln>
              <a:noFill/>
            </a:ln>
            <a:effectLst>
              <a:outerShdw blurRad="381000" rotWithShape="0" algn="ctr">
                <a:schemeClr val="dk1">
                  <a:alpha val="50196"/>
                </a:schemeClr>
              </a:outerShdw>
            </a:effectLst>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sp>
          <p:nvSpPr>
            <p:cNvPr id="1004" name="Google Shape;1004;p84"/>
            <p:cNvSpPr/>
            <p:nvPr/>
          </p:nvSpPr>
          <p:spPr>
            <a:xfrm>
              <a:off x="6209862" y="3546055"/>
              <a:ext cx="3626069" cy="3626069"/>
            </a:xfrm>
            <a:prstGeom prst="ellipse">
              <a:avLst/>
            </a:prstGeom>
            <a:noFill/>
            <a:ln>
              <a:noFill/>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grpSp>
      <p:sp>
        <p:nvSpPr>
          <p:cNvPr id="1005" name="Google Shape;1005;p84"/>
          <p:cNvSpPr/>
          <p:nvPr/>
        </p:nvSpPr>
        <p:spPr>
          <a:xfrm>
            <a:off x="7606862" y="3546055"/>
            <a:ext cx="3626069" cy="3626069"/>
          </a:xfrm>
          <a:prstGeom prst="ellipse">
            <a:avLst/>
          </a:prstGeom>
          <a:noFill/>
          <a:ln cap="flat" cmpd="sng" w="177800">
            <a:solidFill>
              <a:srgbClr val="000000"/>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100000"/>
              </a:lnSpc>
              <a:spcBef>
                <a:spcPts val="0"/>
              </a:spcBef>
              <a:spcAft>
                <a:spcPts val="0"/>
              </a:spcAft>
              <a:buClr>
                <a:schemeClr val="lt1"/>
              </a:buClr>
              <a:buSzPts val="1400"/>
              <a:buFont typeface="Verdana"/>
              <a:buNone/>
            </a:pPr>
            <a:r>
              <a:t/>
            </a:r>
            <a:endParaRPr b="0" i="0" sz="1400" u="none" cap="none" strike="noStrike">
              <a:solidFill>
                <a:srgbClr val="FFFFFF"/>
              </a:solidFill>
              <a:latin typeface="Verdana"/>
              <a:ea typeface="Verdana"/>
              <a:cs typeface="Verdana"/>
              <a:sym typeface="Verdana"/>
            </a:endParaRPr>
          </a:p>
        </p:txBody>
      </p:sp>
      <p:pic>
        <p:nvPicPr>
          <p:cNvPr descr="Background pattern&#10;&#10;Description automatically generated" id="1006" name="Google Shape;1006;p84"/>
          <p:cNvPicPr preferRelativeResize="0"/>
          <p:nvPr/>
        </p:nvPicPr>
        <p:blipFill rotWithShape="1">
          <a:blip r:embed="rId2">
            <a:alphaModFix amt="70000"/>
          </a:blip>
          <a:srcRect b="10228" l="52" r="52" t="10228"/>
          <a:stretch/>
        </p:blipFill>
        <p:spPr>
          <a:xfrm>
            <a:off x="0" y="0"/>
            <a:ext cx="12192000" cy="6858000"/>
          </a:xfrm>
          <a:prstGeom prst="rect">
            <a:avLst/>
          </a:prstGeom>
          <a:noFill/>
          <a:ln>
            <a:noFill/>
          </a:ln>
        </p:spPr>
      </p:pic>
      <p:sp>
        <p:nvSpPr>
          <p:cNvPr id="1007" name="Google Shape;1007;p84"/>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8" name="Google Shape;1008;p84"/>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009" name="Google Shape;1009;p84"/>
          <p:cNvSpPr txBox="1"/>
          <p:nvPr>
            <p:ph type="title"/>
          </p:nvPr>
        </p:nvSpPr>
        <p:spPr>
          <a:xfrm>
            <a:off x="571500" y="2921001"/>
            <a:ext cx="5461000" cy="1270000"/>
          </a:xfrm>
          <a:prstGeom prst="rect">
            <a:avLst/>
          </a:prstGeom>
          <a:noFill/>
          <a:ln>
            <a:noFill/>
          </a:ln>
        </p:spPr>
        <p:txBody>
          <a:bodyPr anchorCtr="0" anchor="b" bIns="0" lIns="0" spcFirstLastPara="1" rIns="0" wrap="square" tIns="46800">
            <a:normAutofit/>
          </a:bodyPr>
          <a:lstStyle>
            <a:lvl1pPr lvl="0" algn="l">
              <a:lnSpc>
                <a:spcPct val="90000"/>
              </a:lnSpc>
              <a:spcBef>
                <a:spcPts val="0"/>
              </a:spcBef>
              <a:spcAft>
                <a:spcPts val="0"/>
              </a:spcAft>
              <a:buClr>
                <a:schemeClr val="lt1"/>
              </a:buClr>
              <a:buSzPts val="6600"/>
              <a:buFont typeface="Arial"/>
              <a:buNone/>
              <a:defRPr sz="6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0" name="Google Shape;1010;p84"/>
          <p:cNvSpPr txBox="1"/>
          <p:nvPr>
            <p:ph idx="1" type="body"/>
          </p:nvPr>
        </p:nvSpPr>
        <p:spPr>
          <a:xfrm>
            <a:off x="571500" y="4317999"/>
            <a:ext cx="4064000" cy="1270001"/>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SzPts val="3360"/>
              <a:buNone/>
              <a:defRPr sz="2800">
                <a:solidFill>
                  <a:schemeClr val="lt1"/>
                </a:solidFill>
              </a:defRPr>
            </a:lvl1pPr>
            <a:lvl2pPr indent="-365760" lvl="1" marL="914400" algn="l">
              <a:lnSpc>
                <a:spcPct val="90000"/>
              </a:lnSpc>
              <a:spcBef>
                <a:spcPts val="1000"/>
              </a:spcBef>
              <a:spcAft>
                <a:spcPts val="0"/>
              </a:spcAft>
              <a:buSzPts val="2160"/>
              <a:buChar char="•"/>
              <a:defRPr/>
            </a:lvl2pPr>
            <a:lvl3pPr indent="-365760" lvl="2" marL="1371600" algn="l">
              <a:lnSpc>
                <a:spcPct val="90000"/>
              </a:lnSpc>
              <a:spcBef>
                <a:spcPts val="1000"/>
              </a:spcBef>
              <a:spcAft>
                <a:spcPts val="0"/>
              </a:spcAft>
              <a:buSzPts val="2160"/>
              <a:buChar char="•"/>
              <a:defRPr/>
            </a:lvl3pPr>
            <a:lvl4pPr indent="-365760" lvl="3" marL="1828800" algn="l">
              <a:lnSpc>
                <a:spcPct val="90000"/>
              </a:lnSpc>
              <a:spcBef>
                <a:spcPts val="1000"/>
              </a:spcBef>
              <a:spcAft>
                <a:spcPts val="0"/>
              </a:spcAft>
              <a:buSzPts val="2160"/>
              <a:buChar char="•"/>
              <a:defRPr/>
            </a:lvl4pPr>
            <a:lvl5pPr indent="-342900" lvl="4" marL="2286000" algn="l">
              <a:lnSpc>
                <a:spcPct val="90000"/>
              </a:lnSpc>
              <a:spcBef>
                <a:spcPts val="1000"/>
              </a:spcBef>
              <a:spcAft>
                <a:spcPts val="0"/>
              </a:spcAft>
              <a:buSzPts val="1800"/>
              <a:buAutoNum type="arabicPeriod"/>
              <a:defRPr/>
            </a:lvl5pPr>
            <a:lvl6pPr indent="-365760" lvl="5" marL="2743200" algn="l">
              <a:lnSpc>
                <a:spcPct val="90000"/>
              </a:lnSpc>
              <a:spcBef>
                <a:spcPts val="1000"/>
              </a:spcBef>
              <a:spcAft>
                <a:spcPts val="0"/>
              </a:spcAft>
              <a:buSzPts val="2160"/>
              <a:buChar char="•"/>
              <a:defRPr/>
            </a:lvl6pPr>
            <a:lvl7pPr indent="-365760" lvl="6" marL="3200400" algn="l">
              <a:lnSpc>
                <a:spcPct val="90000"/>
              </a:lnSpc>
              <a:spcBef>
                <a:spcPts val="1000"/>
              </a:spcBef>
              <a:spcAft>
                <a:spcPts val="0"/>
              </a:spcAft>
              <a:buSzPts val="2160"/>
              <a:buChar char="•"/>
              <a:defRPr/>
            </a:lvl7pPr>
            <a:lvl8pPr indent="-365760" lvl="7" marL="3657600" algn="l">
              <a:lnSpc>
                <a:spcPct val="90000"/>
              </a:lnSpc>
              <a:spcBef>
                <a:spcPts val="1000"/>
              </a:spcBef>
              <a:spcAft>
                <a:spcPts val="0"/>
              </a:spcAft>
              <a:buSzPts val="2160"/>
              <a:buChar char="•"/>
              <a:defRPr/>
            </a:lvl8pPr>
            <a:lvl9pPr indent="-365760" lvl="8" marL="4114800" algn="l">
              <a:lnSpc>
                <a:spcPct val="90000"/>
              </a:lnSpc>
              <a:spcBef>
                <a:spcPts val="1000"/>
              </a:spcBef>
              <a:spcAft>
                <a:spcPts val="0"/>
              </a:spcAft>
              <a:buClr>
                <a:schemeClr val="lt1"/>
              </a:buClr>
              <a:buSzPts val="2160"/>
              <a:buChar char="•"/>
              <a:defRPr/>
            </a:lvl9pPr>
          </a:lstStyle>
          <a:p/>
        </p:txBody>
      </p:sp>
      <p:sp>
        <p:nvSpPr>
          <p:cNvPr id="1011" name="Google Shape;1011;p84"/>
          <p:cNvSpPr/>
          <p:nvPr/>
        </p:nvSpPr>
        <p:spPr>
          <a:xfrm>
            <a:off x="571500" y="5715001"/>
            <a:ext cx="2143123" cy="571499"/>
          </a:xfrm>
          <a:prstGeom prst="rect">
            <a:avLst/>
          </a:prstGeom>
          <a:noFill/>
          <a:ln>
            <a:noFill/>
          </a:ln>
        </p:spPr>
      </p:sp>
      <p:sp>
        <p:nvSpPr>
          <p:cNvPr id="1012" name="Google Shape;1012;p84"/>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999"/>
                                        </p:tgtEl>
                                        <p:attrNameLst>
                                          <p:attrName>style.visibility</p:attrName>
                                        </p:attrNameLst>
                                      </p:cBhvr>
                                      <p:to>
                                        <p:strVal val="visible"/>
                                      </p:to>
                                    </p:set>
                                    <p:anim calcmode="lin" valueType="num">
                                      <p:cBhvr additive="base">
                                        <p:cTn dur="500"/>
                                        <p:tgtEl>
                                          <p:spTgt spid="999"/>
                                        </p:tgtEl>
                                        <p:attrNameLst>
                                          <p:attrName>ppt_w</p:attrName>
                                        </p:attrNameLst>
                                      </p:cBhvr>
                                      <p:tavLst>
                                        <p:tav fmla="" tm="0">
                                          <p:val>
                                            <p:strVal val="0"/>
                                          </p:val>
                                        </p:tav>
                                        <p:tav fmla="" tm="100000">
                                          <p:val>
                                            <p:strVal val="#ppt_w"/>
                                          </p:val>
                                        </p:tav>
                                      </p:tavLst>
                                    </p:anim>
                                    <p:anim calcmode="lin" valueType="num">
                                      <p:cBhvr additive="base">
                                        <p:cTn dur="500"/>
                                        <p:tgtEl>
                                          <p:spTgt spid="99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300"/>
                                  </p:stCondLst>
                                  <p:childTnLst>
                                    <p:set>
                                      <p:cBhvr>
                                        <p:cTn dur="1" fill="hold">
                                          <p:stCondLst>
                                            <p:cond delay="0"/>
                                          </p:stCondLst>
                                        </p:cTn>
                                        <p:tgtEl>
                                          <p:spTgt spid="1001"/>
                                        </p:tgtEl>
                                        <p:attrNameLst>
                                          <p:attrName>style.visibility</p:attrName>
                                        </p:attrNameLst>
                                      </p:cBhvr>
                                      <p:to>
                                        <p:strVal val="visible"/>
                                      </p:to>
                                    </p:set>
                                    <p:anim calcmode="lin" valueType="num">
                                      <p:cBhvr additive="base">
                                        <p:cTn dur="500"/>
                                        <p:tgtEl>
                                          <p:spTgt spid="1001"/>
                                        </p:tgtEl>
                                        <p:attrNameLst>
                                          <p:attrName>ppt_w</p:attrName>
                                        </p:attrNameLst>
                                      </p:cBhvr>
                                      <p:tavLst>
                                        <p:tav fmla="" tm="0">
                                          <p:val>
                                            <p:strVal val="0"/>
                                          </p:val>
                                        </p:tav>
                                        <p:tav fmla="" tm="100000">
                                          <p:val>
                                            <p:strVal val="#ppt_w"/>
                                          </p:val>
                                        </p:tav>
                                      </p:tavLst>
                                    </p:anim>
                                    <p:anim calcmode="lin" valueType="num">
                                      <p:cBhvr additive="base">
                                        <p:cTn dur="500"/>
                                        <p:tgtEl>
                                          <p:spTgt spid="1001"/>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400"/>
                                  </p:stCondLst>
                                  <p:childTnLst>
                                    <p:set>
                                      <p:cBhvr>
                                        <p:cTn dur="1" fill="hold">
                                          <p:stCondLst>
                                            <p:cond delay="0"/>
                                          </p:stCondLst>
                                        </p:cTn>
                                        <p:tgtEl>
                                          <p:spTgt spid="1000"/>
                                        </p:tgtEl>
                                        <p:attrNameLst>
                                          <p:attrName>style.visibility</p:attrName>
                                        </p:attrNameLst>
                                      </p:cBhvr>
                                      <p:to>
                                        <p:strVal val="visible"/>
                                      </p:to>
                                    </p:set>
                                    <p:anim calcmode="lin" valueType="num">
                                      <p:cBhvr additive="base">
                                        <p:cTn dur="500"/>
                                        <p:tgtEl>
                                          <p:spTgt spid="1000"/>
                                        </p:tgtEl>
                                        <p:attrNameLst>
                                          <p:attrName>ppt_w</p:attrName>
                                        </p:attrNameLst>
                                      </p:cBhvr>
                                      <p:tavLst>
                                        <p:tav fmla="" tm="0">
                                          <p:val>
                                            <p:strVal val="0"/>
                                          </p:val>
                                        </p:tav>
                                        <p:tav fmla="" tm="100000">
                                          <p:val>
                                            <p:strVal val="#ppt_w"/>
                                          </p:val>
                                        </p:tav>
                                      </p:tavLst>
                                    </p:anim>
                                    <p:anim calcmode="lin" valueType="num">
                                      <p:cBhvr additive="base">
                                        <p:cTn dur="500"/>
                                        <p:tgtEl>
                                          <p:spTgt spid="100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005"/>
                                        </p:tgtEl>
                                        <p:attrNameLst>
                                          <p:attrName>style.visibility</p:attrName>
                                        </p:attrNameLst>
                                      </p:cBhvr>
                                      <p:to>
                                        <p:strVal val="visible"/>
                                      </p:to>
                                    </p:set>
                                    <p:anim calcmode="lin" valueType="num">
                                      <p:cBhvr additive="base">
                                        <p:cTn dur="500"/>
                                        <p:tgtEl>
                                          <p:spTgt spid="1005"/>
                                        </p:tgtEl>
                                        <p:attrNameLst>
                                          <p:attrName>ppt_w</p:attrName>
                                        </p:attrNameLst>
                                      </p:cBhvr>
                                      <p:tavLst>
                                        <p:tav fmla="" tm="0">
                                          <p:val>
                                            <p:strVal val="0"/>
                                          </p:val>
                                        </p:tav>
                                        <p:tav fmla="" tm="100000">
                                          <p:val>
                                            <p:strVal val="#ppt_w"/>
                                          </p:val>
                                        </p:tav>
                                      </p:tavLst>
                                    </p:anim>
                                    <p:anim calcmode="lin" valueType="num">
                                      <p:cBhvr additive="base">
                                        <p:cTn dur="500"/>
                                        <p:tgtEl>
                                          <p:spTgt spid="100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750"/>
                                  </p:stCondLst>
                                  <p:childTnLst>
                                    <p:set>
                                      <p:cBhvr>
                                        <p:cTn dur="1" fill="hold">
                                          <p:stCondLst>
                                            <p:cond delay="0"/>
                                          </p:stCondLst>
                                        </p:cTn>
                                        <p:tgtEl>
                                          <p:spTgt spid="1002"/>
                                        </p:tgtEl>
                                        <p:attrNameLst>
                                          <p:attrName>style.visibility</p:attrName>
                                        </p:attrNameLst>
                                      </p:cBhvr>
                                      <p:to>
                                        <p:strVal val="visible"/>
                                      </p:to>
                                    </p:set>
                                    <p:animEffect filter="fade" transition="in">
                                      <p:cBhvr>
                                        <p:cTn dur="500"/>
                                        <p:tgtEl>
                                          <p:spTgt spid="1002"/>
                                        </p:tgtEl>
                                      </p:cBhvr>
                                    </p:animEffect>
                                  </p:childTnLst>
                                </p:cTn>
                              </p:par>
                              <p:par>
                                <p:cTn fill="hold" nodeType="withEffect" presetClass="entr" presetID="10" presetSubtype="0">
                                  <p:stCondLst>
                                    <p:cond delay="300"/>
                                  </p:stCondLst>
                                  <p:childTnLst>
                                    <p:set>
                                      <p:cBhvr>
                                        <p:cTn dur="1" fill="hold">
                                          <p:stCondLst>
                                            <p:cond delay="0"/>
                                          </p:stCondLst>
                                        </p:cTn>
                                        <p:tgtEl>
                                          <p:spTgt spid="1009"/>
                                        </p:tgtEl>
                                        <p:attrNameLst>
                                          <p:attrName>style.visibility</p:attrName>
                                        </p:attrNameLst>
                                      </p:cBhvr>
                                      <p:to>
                                        <p:strVal val="visible"/>
                                      </p:to>
                                    </p:set>
                                    <p:animEffect filter="fade" transition="in">
                                      <p:cBhvr>
                                        <p:cTn dur="750"/>
                                        <p:tgtEl>
                                          <p:spTgt spid="1009"/>
                                        </p:tgtEl>
                                      </p:cBhvr>
                                    </p:animEffect>
                                  </p:childTnLst>
                                </p:cTn>
                              </p:par>
                            </p:childTnLst>
                          </p:cTn>
                        </p:par>
                        <p:par>
                          <p:cTn fill="hold">
                            <p:stCondLst>
                              <p:cond delay="1250"/>
                            </p:stCondLst>
                            <p:childTnLst>
                              <p:par>
                                <p:cTn fill="hold" nodeType="afterEffect" presetClass="entr" presetID="10" presetSubtype="0">
                                  <p:stCondLst>
                                    <p:cond delay="400"/>
                                  </p:stCondLst>
                                  <p:childTnLst>
                                    <p:set>
                                      <p:cBhvr>
                                        <p:cTn dur="1" fill="hold">
                                          <p:stCondLst>
                                            <p:cond delay="0"/>
                                          </p:stCondLst>
                                        </p:cTn>
                                        <p:tgtEl>
                                          <p:spTgt spid="1010"/>
                                        </p:tgtEl>
                                        <p:attrNameLst>
                                          <p:attrName>style.visibility</p:attrName>
                                        </p:attrNameLst>
                                      </p:cBhvr>
                                      <p:to>
                                        <p:strVal val="visible"/>
                                      </p:to>
                                    </p:set>
                                    <p:animEffect filter="fade" transition="in">
                                      <p:cBhvr>
                                        <p:cTn dur="750"/>
                                        <p:tgtEl>
                                          <p:spTgt spid="1010"/>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1011"/>
                                        </p:tgtEl>
                                        <p:attrNameLst>
                                          <p:attrName>style.visibility</p:attrName>
                                        </p:attrNameLst>
                                      </p:cBhvr>
                                      <p:to>
                                        <p:strVal val="visible"/>
                                      </p:to>
                                    </p:set>
                                    <p:animEffect filter="fade" transition="in">
                                      <p:cBhvr>
                                        <p:cTn dur="500"/>
                                        <p:tgtEl>
                                          <p:spTgt spid="10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END">
  <p:cSld name="MASTER END">
    <p:bg>
      <p:bgPr>
        <a:solidFill>
          <a:srgbClr val="FF5826"/>
        </a:solidFill>
      </p:bgPr>
    </p:bg>
    <p:spTree>
      <p:nvGrpSpPr>
        <p:cNvPr id="1013" name="Shape 1013"/>
        <p:cNvGrpSpPr/>
        <p:nvPr/>
      </p:nvGrpSpPr>
      <p:grpSpPr>
        <a:xfrm>
          <a:off x="0" y="0"/>
          <a:ext cx="0" cy="0"/>
          <a:chOff x="0" y="0"/>
          <a:chExt cx="0" cy="0"/>
        </a:xfrm>
      </p:grpSpPr>
      <p:sp>
        <p:nvSpPr>
          <p:cNvPr id="1014" name="Google Shape;1014;p85"/>
          <p:cNvSpPr/>
          <p:nvPr/>
        </p:nvSpPr>
        <p:spPr>
          <a:xfrm>
            <a:off x="571501" y="571500"/>
            <a:ext cx="11049000" cy="5715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lang="en" sz="8000">
                <a:solidFill>
                  <a:schemeClr val="lt1"/>
                </a:solidFill>
                <a:latin typeface="Arial"/>
                <a:ea typeface="Arial"/>
                <a:cs typeface="Arial"/>
                <a:sym typeface="Arial"/>
              </a:rPr>
              <a:t>MASTER END </a:t>
            </a:r>
            <a:br>
              <a:rPr lang="en" sz="8000">
                <a:solidFill>
                  <a:schemeClr val="lt1"/>
                </a:solidFill>
                <a:latin typeface="Arial"/>
                <a:ea typeface="Arial"/>
                <a:cs typeface="Arial"/>
                <a:sym typeface="Arial"/>
              </a:rPr>
            </a:br>
            <a:r>
              <a:rPr lang="en" sz="8000">
                <a:solidFill>
                  <a:schemeClr val="lt1"/>
                </a:solidFill>
                <a:latin typeface="Verdana"/>
                <a:ea typeface="Verdana"/>
                <a:cs typeface="Verdana"/>
                <a:sym typeface="Verdana"/>
              </a:rPr>
              <a:t>DELETE ANY MASTER LAYOUTS BEYOND THIS POINT</a:t>
            </a:r>
            <a:endParaRPr sz="5400">
              <a:solidFill>
                <a:schemeClr val="lt1"/>
              </a:solidFill>
              <a:latin typeface="Verdana"/>
              <a:ea typeface="Verdana"/>
              <a:cs typeface="Verdana"/>
              <a:sym typeface="Verdana"/>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64.xml"/><Relationship Id="rId42" Type="http://schemas.openxmlformats.org/officeDocument/2006/relationships/slideLayout" Target="../slideLayouts/slideLayout66.xml"/><Relationship Id="rId41" Type="http://schemas.openxmlformats.org/officeDocument/2006/relationships/slideLayout" Target="../slideLayouts/slideLayout65.xml"/><Relationship Id="rId44" Type="http://schemas.openxmlformats.org/officeDocument/2006/relationships/slideLayout" Target="../slideLayouts/slideLayout68.xml"/><Relationship Id="rId43" Type="http://schemas.openxmlformats.org/officeDocument/2006/relationships/slideLayout" Target="../slideLayouts/slideLayout67.xml"/><Relationship Id="rId46" Type="http://schemas.openxmlformats.org/officeDocument/2006/relationships/slideLayout" Target="../slideLayouts/slideLayout70.xml"/><Relationship Id="rId45" Type="http://schemas.openxmlformats.org/officeDocument/2006/relationships/slideLayout" Target="../slideLayouts/slideLayout69.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48" Type="http://schemas.openxmlformats.org/officeDocument/2006/relationships/slideLayout" Target="../slideLayouts/slideLayout72.xml"/><Relationship Id="rId47" Type="http://schemas.openxmlformats.org/officeDocument/2006/relationships/slideLayout" Target="../slideLayouts/slideLayout71.xml"/><Relationship Id="rId49" Type="http://schemas.openxmlformats.org/officeDocument/2006/relationships/slideLayout" Target="../slideLayouts/slideLayout7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31" Type="http://schemas.openxmlformats.org/officeDocument/2006/relationships/slideLayout" Target="../slideLayouts/slideLayout55.xml"/><Relationship Id="rId30" Type="http://schemas.openxmlformats.org/officeDocument/2006/relationships/slideLayout" Target="../slideLayouts/slideLayout54.xml"/><Relationship Id="rId33" Type="http://schemas.openxmlformats.org/officeDocument/2006/relationships/slideLayout" Target="../slideLayouts/slideLayout57.xml"/><Relationship Id="rId32" Type="http://schemas.openxmlformats.org/officeDocument/2006/relationships/slideLayout" Target="../slideLayouts/slideLayout56.xml"/><Relationship Id="rId35" Type="http://schemas.openxmlformats.org/officeDocument/2006/relationships/slideLayout" Target="../slideLayouts/slideLayout59.xml"/><Relationship Id="rId34" Type="http://schemas.openxmlformats.org/officeDocument/2006/relationships/slideLayout" Target="../slideLayouts/slideLayout58.xml"/><Relationship Id="rId37" Type="http://schemas.openxmlformats.org/officeDocument/2006/relationships/slideLayout" Target="../slideLayouts/slideLayout61.xml"/><Relationship Id="rId36" Type="http://schemas.openxmlformats.org/officeDocument/2006/relationships/slideLayout" Target="../slideLayouts/slideLayout60.xml"/><Relationship Id="rId39" Type="http://schemas.openxmlformats.org/officeDocument/2006/relationships/slideLayout" Target="../slideLayouts/slideLayout63.xml"/><Relationship Id="rId38" Type="http://schemas.openxmlformats.org/officeDocument/2006/relationships/slideLayout" Target="../slideLayouts/slideLayout62.xml"/><Relationship Id="rId20" Type="http://schemas.openxmlformats.org/officeDocument/2006/relationships/slideLayout" Target="../slideLayouts/slideLayout44.xml"/><Relationship Id="rId22" Type="http://schemas.openxmlformats.org/officeDocument/2006/relationships/slideLayout" Target="../slideLayouts/slideLayout46.xml"/><Relationship Id="rId21" Type="http://schemas.openxmlformats.org/officeDocument/2006/relationships/slideLayout" Target="../slideLayouts/slideLayout45.xml"/><Relationship Id="rId24" Type="http://schemas.openxmlformats.org/officeDocument/2006/relationships/slideLayout" Target="../slideLayouts/slideLayout48.xml"/><Relationship Id="rId23" Type="http://schemas.openxmlformats.org/officeDocument/2006/relationships/slideLayout" Target="../slideLayouts/slideLayout47.xml"/><Relationship Id="rId26" Type="http://schemas.openxmlformats.org/officeDocument/2006/relationships/slideLayout" Target="../slideLayouts/slideLayout50.xml"/><Relationship Id="rId25" Type="http://schemas.openxmlformats.org/officeDocument/2006/relationships/slideLayout" Target="../slideLayouts/slideLayout49.xml"/><Relationship Id="rId28" Type="http://schemas.openxmlformats.org/officeDocument/2006/relationships/slideLayout" Target="../slideLayouts/slideLayout52.xml"/><Relationship Id="rId27" Type="http://schemas.openxmlformats.org/officeDocument/2006/relationships/slideLayout" Target="../slideLayouts/slideLayout51.xml"/><Relationship Id="rId29" Type="http://schemas.openxmlformats.org/officeDocument/2006/relationships/slideLayout" Target="../slideLayouts/slideLayout53.xml"/><Relationship Id="rId50" Type="http://schemas.openxmlformats.org/officeDocument/2006/relationships/theme" Target="../theme/theme3.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7" Type="http://schemas.openxmlformats.org/officeDocument/2006/relationships/slideLayout" Target="../slideLayouts/slideLayout41.xml"/><Relationship Id="rId16" Type="http://schemas.openxmlformats.org/officeDocument/2006/relationships/slideLayout" Target="../slideLayouts/slideLayout40.xml"/><Relationship Id="rId19" Type="http://schemas.openxmlformats.org/officeDocument/2006/relationships/slideLayout" Target="../slideLayouts/slideLayout43.xml"/><Relationship Id="rId18"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lvl1pPr lvl="0" marR="0" rtl="0" algn="l">
              <a:lnSpc>
                <a:spcPct val="100000"/>
              </a:lnSpc>
              <a:spcBef>
                <a:spcPts val="0"/>
              </a:spcBef>
              <a:spcAft>
                <a:spcPts val="0"/>
              </a:spcAft>
              <a:buClr>
                <a:schemeClr val="dk1"/>
              </a:buClr>
              <a:buSzPts val="2800"/>
              <a:buFont typeface="Verdana"/>
              <a:buNone/>
              <a:defRPr b="1" i="0" sz="2800" u="none" cap="none" strike="noStrik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546100" y="1524000"/>
            <a:ext cx="11104562" cy="4757738"/>
          </a:xfrm>
          <a:prstGeom prst="rect">
            <a:avLst/>
          </a:prstGeom>
          <a:noFill/>
          <a:ln>
            <a:noFill/>
          </a:ln>
        </p:spPr>
        <p:txBody>
          <a:bodyPr anchorCtr="0" anchor="t" bIns="0" lIns="0" spcFirstLastPara="1" rIns="0" wrap="square" tIns="0">
            <a:normAutofit/>
          </a:bodyPr>
          <a:lstStyle>
            <a:lvl1pPr indent="-342900" lvl="0" marL="457200" marR="0" rtl="0" algn="l">
              <a:lnSpc>
                <a:spcPct val="100000"/>
              </a:lnSpc>
              <a:spcBef>
                <a:spcPts val="0"/>
              </a:spcBef>
              <a:spcAft>
                <a:spcPts val="0"/>
              </a:spcAft>
              <a:buClr>
                <a:schemeClr val="dk1"/>
              </a:buClr>
              <a:buSzPts val="1800"/>
              <a:buFont typeface="Verdana"/>
              <a:buChar char="•"/>
              <a:defRPr b="0" i="0" sz="1800" u="none" cap="none" strike="noStrike">
                <a:solidFill>
                  <a:schemeClr val="dk1"/>
                </a:solidFill>
                <a:latin typeface="Verdana"/>
                <a:ea typeface="Verdana"/>
                <a:cs typeface="Verdana"/>
                <a:sym typeface="Verdana"/>
              </a:defRPr>
            </a:lvl1pPr>
            <a:lvl2pPr indent="-330200" lvl="1" marL="914400" marR="0" rtl="0" algn="l">
              <a:lnSpc>
                <a:spcPct val="100000"/>
              </a:lnSpc>
              <a:spcBef>
                <a:spcPts val="0"/>
              </a:spcBef>
              <a:spcAft>
                <a:spcPts val="0"/>
              </a:spcAft>
              <a:buClr>
                <a:schemeClr val="dk1"/>
              </a:buClr>
              <a:buSzPts val="1600"/>
              <a:buFont typeface="Verdana"/>
              <a:buChar char="•"/>
              <a:defRPr b="0" i="0" sz="1600" u="none" cap="none" strike="noStrike">
                <a:solidFill>
                  <a:schemeClr val="dk1"/>
                </a:solidFill>
                <a:latin typeface="Verdana"/>
                <a:ea typeface="Verdana"/>
                <a:cs typeface="Verdana"/>
                <a:sym typeface="Verdana"/>
              </a:defRPr>
            </a:lvl2pPr>
            <a:lvl3pPr indent="-317500" lvl="2" marL="1371600" marR="0" rtl="0" algn="l">
              <a:lnSpc>
                <a:spcPct val="100000"/>
              </a:lnSpc>
              <a:spcBef>
                <a:spcPts val="0"/>
              </a:spcBef>
              <a:spcAft>
                <a:spcPts val="0"/>
              </a:spcAft>
              <a:buClr>
                <a:schemeClr val="dk1"/>
              </a:buClr>
              <a:buSzPts val="1400"/>
              <a:buFont typeface="Verdana"/>
              <a:buChar char="•"/>
              <a:defRPr b="0" i="0" sz="1400" u="none" cap="none" strike="noStrike">
                <a:solidFill>
                  <a:schemeClr val="dk1"/>
                </a:solidFill>
                <a:latin typeface="Verdana"/>
                <a:ea typeface="Verdana"/>
                <a:cs typeface="Verdana"/>
                <a:sym typeface="Verdana"/>
              </a:defRPr>
            </a:lvl3pPr>
            <a:lvl4pPr indent="-304800" lvl="3" marL="1828800" marR="0" rtl="0" algn="l">
              <a:lnSpc>
                <a:spcPct val="100000"/>
              </a:lnSpc>
              <a:spcBef>
                <a:spcPts val="0"/>
              </a:spcBef>
              <a:spcAft>
                <a:spcPts val="0"/>
              </a:spcAft>
              <a:buClr>
                <a:schemeClr val="dk1"/>
              </a:buClr>
              <a:buSzPts val="1200"/>
              <a:buFont typeface="Verdana"/>
              <a:buChar char="•"/>
              <a:defRPr b="0" i="0" sz="1200" u="none" cap="none" strike="noStrike">
                <a:solidFill>
                  <a:schemeClr val="dk1"/>
                </a:solidFill>
                <a:latin typeface="Verdana"/>
                <a:ea typeface="Verdana"/>
                <a:cs typeface="Verdana"/>
                <a:sym typeface="Verdana"/>
              </a:defRPr>
            </a:lvl4pPr>
            <a:lvl5pPr indent="-304800" lvl="4" marL="2286000" marR="0" rtl="0" algn="l">
              <a:lnSpc>
                <a:spcPct val="100000"/>
              </a:lnSpc>
              <a:spcBef>
                <a:spcPts val="0"/>
              </a:spcBef>
              <a:spcAft>
                <a:spcPts val="0"/>
              </a:spcAft>
              <a:buClr>
                <a:schemeClr val="dk1"/>
              </a:buClr>
              <a:buSzPts val="1200"/>
              <a:buFont typeface="Verdana"/>
              <a:buChar char="•"/>
              <a:defRPr b="0" i="0" sz="1200" u="none" cap="none" strike="noStrike">
                <a:solidFill>
                  <a:schemeClr val="dk1"/>
                </a:solidFill>
                <a:latin typeface="Verdana"/>
                <a:ea typeface="Verdana"/>
                <a:cs typeface="Verdana"/>
                <a:sym typeface="Verdana"/>
              </a:defRPr>
            </a:lvl5pPr>
            <a:lvl6pPr indent="-304800" lvl="5" marL="2743200" marR="0" rtl="0" algn="l">
              <a:lnSpc>
                <a:spcPct val="100000"/>
              </a:lnSpc>
              <a:spcBef>
                <a:spcPts val="0"/>
              </a:spcBef>
              <a:spcAft>
                <a:spcPts val="0"/>
              </a:spcAft>
              <a:buClr>
                <a:schemeClr val="dk1"/>
              </a:buClr>
              <a:buSzPts val="1200"/>
              <a:buFont typeface="Verdana"/>
              <a:buChar char="•"/>
              <a:defRPr b="0" i="0" sz="1200" u="none" cap="none" strike="noStrike">
                <a:solidFill>
                  <a:schemeClr val="dk1"/>
                </a:solidFill>
                <a:latin typeface="Verdana"/>
                <a:ea typeface="Verdana"/>
                <a:cs typeface="Verdana"/>
                <a:sym typeface="Verdana"/>
              </a:defRPr>
            </a:lvl6pPr>
            <a:lvl7pPr indent="-304800" lvl="6" marL="3200400" marR="0" rtl="0" algn="l">
              <a:lnSpc>
                <a:spcPct val="100000"/>
              </a:lnSpc>
              <a:spcBef>
                <a:spcPts val="0"/>
              </a:spcBef>
              <a:spcAft>
                <a:spcPts val="0"/>
              </a:spcAft>
              <a:buClr>
                <a:schemeClr val="dk1"/>
              </a:buClr>
              <a:buSzPts val="1200"/>
              <a:buFont typeface="Verdana"/>
              <a:buChar char="•"/>
              <a:defRPr b="0" i="0" sz="1200" u="none" cap="none" strike="noStrike">
                <a:solidFill>
                  <a:schemeClr val="dk1"/>
                </a:solidFill>
                <a:latin typeface="Verdana"/>
                <a:ea typeface="Verdana"/>
                <a:cs typeface="Verdana"/>
                <a:sym typeface="Verdana"/>
              </a:defRPr>
            </a:lvl7pPr>
            <a:lvl8pPr indent="-298450" lvl="7" marL="3657600" marR="0" rtl="0" algn="l">
              <a:lnSpc>
                <a:spcPct val="100000"/>
              </a:lnSpc>
              <a:spcBef>
                <a:spcPts val="0"/>
              </a:spcBef>
              <a:spcAft>
                <a:spcPts val="0"/>
              </a:spcAft>
              <a:buClr>
                <a:schemeClr val="dk1"/>
              </a:buClr>
              <a:buSzPts val="1100"/>
              <a:buFont typeface="Verdana"/>
              <a:buChar char="•"/>
              <a:defRPr b="0" i="0" sz="1100" u="none" cap="none" strike="noStrike">
                <a:solidFill>
                  <a:schemeClr val="dk1"/>
                </a:solidFill>
                <a:latin typeface="Verdana"/>
                <a:ea typeface="Verdana"/>
                <a:cs typeface="Verdana"/>
                <a:sym typeface="Verdana"/>
              </a:defRPr>
            </a:lvl8pPr>
            <a:lvl9pPr indent="-285750" lvl="8" marL="4114800" marR="0" rtl="0" algn="l">
              <a:lnSpc>
                <a:spcPct val="100000"/>
              </a:lnSpc>
              <a:spcBef>
                <a:spcPts val="0"/>
              </a:spcBef>
              <a:spcAft>
                <a:spcPts val="0"/>
              </a:spcAft>
              <a:buClr>
                <a:schemeClr val="dk1"/>
              </a:buClr>
              <a:buSzPts val="900"/>
              <a:buFont typeface="Verdana"/>
              <a:buChar char="•"/>
              <a:defRPr b="0" i="0" sz="900" u="none" cap="none" strike="noStrike">
                <a:solidFill>
                  <a:schemeClr val="dk1"/>
                </a:solidFill>
                <a:latin typeface="Verdana"/>
                <a:ea typeface="Verdana"/>
                <a:cs typeface="Verdana"/>
                <a:sym typeface="Verdana"/>
              </a:defRPr>
            </a:lvl9pPr>
          </a:lstStyle>
          <a:p/>
        </p:txBody>
      </p:sp>
      <p:sp>
        <p:nvSpPr>
          <p:cNvPr id="8" name="Google Shape;8;p11"/>
          <p:cNvSpPr txBox="1"/>
          <p:nvPr>
            <p:ph idx="11" type="ftr"/>
          </p:nvPr>
        </p:nvSpPr>
        <p:spPr>
          <a:xfrm>
            <a:off x="539749" y="6492925"/>
            <a:ext cx="8302626" cy="153888"/>
          </a:xfrm>
          <a:prstGeom prst="rect">
            <a:avLst/>
          </a:prstGeom>
          <a:noFill/>
          <a:ln>
            <a:noFill/>
          </a:ln>
        </p:spPr>
        <p:txBody>
          <a:bodyPr anchorCtr="0" anchor="b" bIns="0" lIns="0" spcFirstLastPara="1" rIns="0" wrap="square" tIns="0">
            <a:spAutoFit/>
          </a:bodyPr>
          <a:lstStyle>
            <a:lvl1pPr lvl="0" marR="0" rtl="0" algn="l">
              <a:spcBef>
                <a:spcPts val="0"/>
              </a:spcBef>
              <a:spcAft>
                <a:spcPts val="0"/>
              </a:spcAft>
              <a:buSzPts val="1400"/>
              <a:buNone/>
              <a:defRPr b="0" i="0" sz="1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9" name="Google Shape;9;p11"/>
          <p:cNvSpPr txBox="1"/>
          <p:nvPr>
            <p:ph idx="10" type="dt"/>
          </p:nvPr>
        </p:nvSpPr>
        <p:spPr>
          <a:xfrm>
            <a:off x="10375900" y="6492925"/>
            <a:ext cx="1270000" cy="153888"/>
          </a:xfrm>
          <a:prstGeom prst="rect">
            <a:avLst/>
          </a:prstGeom>
          <a:noFill/>
          <a:ln>
            <a:noFill/>
          </a:ln>
        </p:spPr>
        <p:txBody>
          <a:bodyPr anchorCtr="0" anchor="b" bIns="0" lIns="0" spcFirstLastPara="1" rIns="0" wrap="square" tIns="0">
            <a:spAutoFit/>
          </a:bodyPr>
          <a:lstStyle>
            <a:lvl1pPr lvl="0" marR="0" rtl="0" algn="l">
              <a:spcBef>
                <a:spcPts val="0"/>
              </a:spcBef>
              <a:spcAft>
                <a:spcPts val="0"/>
              </a:spcAft>
              <a:buSzPts val="1400"/>
              <a:buNone/>
              <a:defRPr b="0" i="0" sz="10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 name="Google Shape;10;p11"/>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lvl1pPr indent="0" lvl="0" marL="0" marR="0" rtl="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1pPr>
            <a:lvl2pPr indent="0" lvl="1" marL="0" marR="0" rtl="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2pPr>
            <a:lvl3pPr indent="0" lvl="2" marL="0" marR="0" rtl="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3pPr>
            <a:lvl4pPr indent="0" lvl="3" marL="0" marR="0" rtl="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4pPr>
            <a:lvl5pPr indent="0" lvl="4" marL="0" marR="0" rtl="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5pPr>
            <a:lvl6pPr indent="0" lvl="5" marL="0" marR="0" rtl="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6pPr>
            <a:lvl7pPr indent="0" lvl="6" marL="0" marR="0" rtl="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7pPr>
            <a:lvl8pPr indent="0" lvl="7" marL="0" marR="0" rtl="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8pPr>
            <a:lvl9pPr indent="0" lvl="8" marL="0" marR="0" rtl="0" algn="ctr">
              <a:spcBef>
                <a:spcPts val="0"/>
              </a:spcBef>
              <a:buClr>
                <a:schemeClr val="dk2"/>
              </a:buClr>
              <a:buSzPts val="1200"/>
              <a:buFont typeface="Verdana"/>
              <a:buNone/>
              <a:defRPr b="0" i="0" sz="1000" u="none" cap="none" strike="noStrike">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9" name="Shape 379"/>
        <p:cNvGrpSpPr/>
        <p:nvPr/>
      </p:nvGrpSpPr>
      <p:grpSpPr>
        <a:xfrm>
          <a:off x="0" y="0"/>
          <a:ext cx="0" cy="0"/>
          <a:chOff x="0" y="0"/>
          <a:chExt cx="0" cy="0"/>
        </a:xfrm>
      </p:grpSpPr>
      <p:sp>
        <p:nvSpPr>
          <p:cNvPr id="380" name="Google Shape;380;p36"/>
          <p:cNvSpPr txBox="1"/>
          <p:nvPr>
            <p:ph type="title"/>
          </p:nvPr>
        </p:nvSpPr>
        <p:spPr>
          <a:xfrm>
            <a:off x="571500" y="381000"/>
            <a:ext cx="11049000" cy="761997"/>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81" name="Google Shape;381;p36"/>
          <p:cNvSpPr txBox="1"/>
          <p:nvPr>
            <p:ph idx="1" type="body"/>
          </p:nvPr>
        </p:nvSpPr>
        <p:spPr>
          <a:xfrm>
            <a:off x="571500" y="1524000"/>
            <a:ext cx="11049000" cy="4762500"/>
          </a:xfrm>
          <a:prstGeom prst="rect">
            <a:avLst/>
          </a:prstGeom>
          <a:noFill/>
          <a:ln>
            <a:noFill/>
          </a:ln>
        </p:spPr>
        <p:txBody>
          <a:bodyPr anchorCtr="0" anchor="t" bIns="0" lIns="0" spcFirstLastPara="1" rIns="0" wrap="square" tIns="0">
            <a:normAutofit/>
          </a:bodyPr>
          <a:lstStyle>
            <a:lvl1pPr indent="-381000" lvl="0" marL="457200" marR="0" rtl="0" algn="l">
              <a:lnSpc>
                <a:spcPct val="90000"/>
              </a:lnSpc>
              <a:spcBef>
                <a:spcPts val="1000"/>
              </a:spcBef>
              <a:spcAft>
                <a:spcPts val="0"/>
              </a:spcAft>
              <a:buClr>
                <a:schemeClr val="dk2"/>
              </a:buClr>
              <a:buSzPts val="2400"/>
              <a:buFont typeface="Calibri"/>
              <a:buChar char="•"/>
              <a:defRPr b="0" i="0" sz="2000" u="none" cap="none" strike="noStrike">
                <a:solidFill>
                  <a:schemeClr val="dk1"/>
                </a:solidFill>
                <a:latin typeface="Verdana"/>
                <a:ea typeface="Verdana"/>
                <a:cs typeface="Verdana"/>
                <a:sym typeface="Verdana"/>
              </a:defRPr>
            </a:lvl1pPr>
            <a:lvl2pPr indent="-365760" lvl="1" marL="914400" marR="0" rtl="0" algn="l">
              <a:lnSpc>
                <a:spcPct val="90000"/>
              </a:lnSpc>
              <a:spcBef>
                <a:spcPts val="1000"/>
              </a:spcBef>
              <a:spcAft>
                <a:spcPts val="0"/>
              </a:spcAft>
              <a:buClr>
                <a:schemeClr val="dk2"/>
              </a:buClr>
              <a:buSzPts val="2160"/>
              <a:buFont typeface="Calibri"/>
              <a:buChar char="•"/>
              <a:defRPr b="0" i="0" sz="1800" u="none" cap="none" strike="noStrike">
                <a:solidFill>
                  <a:schemeClr val="dk1"/>
                </a:solidFill>
                <a:latin typeface="Verdana"/>
                <a:ea typeface="Verdana"/>
                <a:cs typeface="Verdana"/>
                <a:sym typeface="Verdana"/>
              </a:defRPr>
            </a:lvl2pPr>
            <a:lvl3pPr indent="-350520" lvl="2" marL="1371600" marR="0" rtl="0" algn="l">
              <a:lnSpc>
                <a:spcPct val="90000"/>
              </a:lnSpc>
              <a:spcBef>
                <a:spcPts val="1000"/>
              </a:spcBef>
              <a:spcAft>
                <a:spcPts val="0"/>
              </a:spcAft>
              <a:buClr>
                <a:schemeClr val="dk2"/>
              </a:buClr>
              <a:buSzPts val="1920"/>
              <a:buFont typeface="Calibri"/>
              <a:buChar char="•"/>
              <a:defRPr b="0" i="0" sz="1600" u="none" cap="none" strike="noStrike">
                <a:solidFill>
                  <a:schemeClr val="dk1"/>
                </a:solidFill>
                <a:latin typeface="Verdana"/>
                <a:ea typeface="Verdana"/>
                <a:cs typeface="Verdana"/>
                <a:sym typeface="Verdana"/>
              </a:defRPr>
            </a:lvl3pPr>
            <a:lvl4pPr indent="-335280" lvl="3" marL="1828800" marR="0" rtl="0" algn="l">
              <a:lnSpc>
                <a:spcPct val="90000"/>
              </a:lnSpc>
              <a:spcBef>
                <a:spcPts val="1000"/>
              </a:spcBef>
              <a:spcAft>
                <a:spcPts val="0"/>
              </a:spcAft>
              <a:buClr>
                <a:schemeClr val="dk2"/>
              </a:buClr>
              <a:buSzPts val="1680"/>
              <a:buFont typeface="Calibri"/>
              <a:buChar char="•"/>
              <a:defRPr b="0" i="0" sz="1400" u="none" cap="none" strike="noStrike">
                <a:solidFill>
                  <a:schemeClr val="dk1"/>
                </a:solidFill>
                <a:latin typeface="Verdana"/>
                <a:ea typeface="Verdana"/>
                <a:cs typeface="Verdana"/>
                <a:sym typeface="Verdana"/>
              </a:defRPr>
            </a:lvl4pPr>
            <a:lvl5pPr indent="-317500" lvl="4" marL="2286000" marR="0" rtl="0" algn="l">
              <a:lnSpc>
                <a:spcPct val="90000"/>
              </a:lnSpc>
              <a:spcBef>
                <a:spcPts val="1000"/>
              </a:spcBef>
              <a:spcAft>
                <a:spcPts val="0"/>
              </a:spcAft>
              <a:buClr>
                <a:schemeClr val="dk2"/>
              </a:buClr>
              <a:buSzPts val="1400"/>
              <a:buFont typeface="Arial"/>
              <a:buAutoNum type="arabicPeriod"/>
              <a:defRPr b="0" i="0" sz="1400" u="none" cap="none" strike="noStrike">
                <a:solidFill>
                  <a:schemeClr val="dk1"/>
                </a:solidFill>
                <a:latin typeface="Verdana"/>
                <a:ea typeface="Verdana"/>
                <a:cs typeface="Verdana"/>
                <a:sym typeface="Verdana"/>
              </a:defRPr>
            </a:lvl5pPr>
            <a:lvl6pPr indent="-335280" lvl="5" marL="2743200" marR="0" rtl="0" algn="l">
              <a:lnSpc>
                <a:spcPct val="90000"/>
              </a:lnSpc>
              <a:spcBef>
                <a:spcPts val="1000"/>
              </a:spcBef>
              <a:spcAft>
                <a:spcPts val="0"/>
              </a:spcAft>
              <a:buClr>
                <a:schemeClr val="accent6"/>
              </a:buClr>
              <a:buSzPts val="1680"/>
              <a:buFont typeface="Calibri"/>
              <a:buChar char="•"/>
              <a:defRPr b="0" i="0" sz="1400" u="none" cap="none" strike="noStrike">
                <a:solidFill>
                  <a:schemeClr val="dk1"/>
                </a:solidFill>
                <a:latin typeface="Verdana"/>
                <a:ea typeface="Verdana"/>
                <a:cs typeface="Verdana"/>
                <a:sym typeface="Verdana"/>
              </a:defRPr>
            </a:lvl6pPr>
            <a:lvl7pPr indent="-335280" lvl="6" marL="3200400" marR="0" rtl="0" algn="l">
              <a:lnSpc>
                <a:spcPct val="90000"/>
              </a:lnSpc>
              <a:spcBef>
                <a:spcPts val="1000"/>
              </a:spcBef>
              <a:spcAft>
                <a:spcPts val="0"/>
              </a:spcAft>
              <a:buClr>
                <a:schemeClr val="accent1"/>
              </a:buClr>
              <a:buSzPts val="1680"/>
              <a:buFont typeface="Calibri"/>
              <a:buChar char="•"/>
              <a:defRPr b="0" i="0" sz="1400" u="none" cap="none" strike="noStrike">
                <a:solidFill>
                  <a:schemeClr val="dk1"/>
                </a:solidFill>
                <a:latin typeface="Verdana"/>
                <a:ea typeface="Verdana"/>
                <a:cs typeface="Verdana"/>
                <a:sym typeface="Verdana"/>
              </a:defRPr>
            </a:lvl7pPr>
            <a:lvl8pPr indent="-320040" lvl="7" marL="3657600" marR="0" rtl="0" algn="l">
              <a:lnSpc>
                <a:spcPct val="90000"/>
              </a:lnSpc>
              <a:spcBef>
                <a:spcPts val="1000"/>
              </a:spcBef>
              <a:spcAft>
                <a:spcPts val="0"/>
              </a:spcAft>
              <a:buClr>
                <a:schemeClr val="accent6"/>
              </a:buClr>
              <a:buSzPts val="1440"/>
              <a:buFont typeface="Calibri"/>
              <a:buChar char="•"/>
              <a:defRPr b="1" i="0" sz="1200" u="none" cap="none" strike="noStrike">
                <a:solidFill>
                  <a:schemeClr val="accent6"/>
                </a:solidFill>
                <a:latin typeface="Verdana"/>
                <a:ea typeface="Verdana"/>
                <a:cs typeface="Verdana"/>
                <a:sym typeface="Verdana"/>
              </a:defRPr>
            </a:lvl8pPr>
            <a:lvl9pPr indent="-304800" lvl="8" marL="4114800" marR="0" rtl="0" algn="l">
              <a:lnSpc>
                <a:spcPct val="90000"/>
              </a:lnSpc>
              <a:spcBef>
                <a:spcPts val="1000"/>
              </a:spcBef>
              <a:spcAft>
                <a:spcPts val="0"/>
              </a:spcAft>
              <a:buClr>
                <a:schemeClr val="dk1"/>
              </a:buClr>
              <a:buSzPts val="1200"/>
              <a:buFont typeface="Calibri"/>
              <a:buChar char="•"/>
              <a:defRPr b="0" i="0" sz="1000" u="none" cap="none" strike="noStrike">
                <a:solidFill>
                  <a:schemeClr val="dk1"/>
                </a:solidFill>
                <a:latin typeface="Verdana"/>
                <a:ea typeface="Verdana"/>
                <a:cs typeface="Verdana"/>
                <a:sym typeface="Verdana"/>
              </a:defRPr>
            </a:lvl9pPr>
          </a:lstStyle>
          <a:p/>
        </p:txBody>
      </p:sp>
      <p:sp>
        <p:nvSpPr>
          <p:cNvPr id="382" name="Google Shape;382;p36"/>
          <p:cNvSpPr txBox="1"/>
          <p:nvPr>
            <p:ph idx="10" type="dt"/>
          </p:nvPr>
        </p:nvSpPr>
        <p:spPr>
          <a:xfrm>
            <a:off x="10223500" y="6477000"/>
            <a:ext cx="889000" cy="25400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None/>
              <a:defRPr sz="1000">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383" name="Google Shape;383;p36"/>
          <p:cNvSpPr txBox="1"/>
          <p:nvPr>
            <p:ph idx="11" type="ftr"/>
          </p:nvPr>
        </p:nvSpPr>
        <p:spPr>
          <a:xfrm>
            <a:off x="571500" y="6477000"/>
            <a:ext cx="4064000" cy="2540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000">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384" name="Google Shape;384;p36"/>
          <p:cNvSpPr txBox="1"/>
          <p:nvPr>
            <p:ph idx="12" type="sldNum"/>
          </p:nvPr>
        </p:nvSpPr>
        <p:spPr>
          <a:xfrm>
            <a:off x="11239500" y="6477000"/>
            <a:ext cx="381000" cy="2540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1" sz="1000">
                <a:solidFill>
                  <a:schemeClr val="accent6"/>
                </a:solidFill>
                <a:latin typeface="Verdana"/>
                <a:ea typeface="Verdana"/>
                <a:cs typeface="Verdana"/>
                <a:sym typeface="Verdana"/>
              </a:defRPr>
            </a:lvl1pPr>
            <a:lvl2pPr indent="0" lvl="1" marL="0" marR="0" rtl="0" algn="r">
              <a:spcBef>
                <a:spcPts val="0"/>
              </a:spcBef>
              <a:buNone/>
              <a:defRPr b="1" sz="1000">
                <a:solidFill>
                  <a:schemeClr val="accent6"/>
                </a:solidFill>
                <a:latin typeface="Verdana"/>
                <a:ea typeface="Verdana"/>
                <a:cs typeface="Verdana"/>
                <a:sym typeface="Verdana"/>
              </a:defRPr>
            </a:lvl2pPr>
            <a:lvl3pPr indent="0" lvl="2" marL="0" marR="0" rtl="0" algn="r">
              <a:spcBef>
                <a:spcPts val="0"/>
              </a:spcBef>
              <a:buNone/>
              <a:defRPr b="1" sz="1000">
                <a:solidFill>
                  <a:schemeClr val="accent6"/>
                </a:solidFill>
                <a:latin typeface="Verdana"/>
                <a:ea typeface="Verdana"/>
                <a:cs typeface="Verdana"/>
                <a:sym typeface="Verdana"/>
              </a:defRPr>
            </a:lvl3pPr>
            <a:lvl4pPr indent="0" lvl="3" marL="0" marR="0" rtl="0" algn="r">
              <a:spcBef>
                <a:spcPts val="0"/>
              </a:spcBef>
              <a:buNone/>
              <a:defRPr b="1" sz="1000">
                <a:solidFill>
                  <a:schemeClr val="accent6"/>
                </a:solidFill>
                <a:latin typeface="Verdana"/>
                <a:ea typeface="Verdana"/>
                <a:cs typeface="Verdana"/>
                <a:sym typeface="Verdana"/>
              </a:defRPr>
            </a:lvl4pPr>
            <a:lvl5pPr indent="0" lvl="4" marL="0" marR="0" rtl="0" algn="r">
              <a:spcBef>
                <a:spcPts val="0"/>
              </a:spcBef>
              <a:buNone/>
              <a:defRPr b="1" sz="1000">
                <a:solidFill>
                  <a:schemeClr val="accent6"/>
                </a:solidFill>
                <a:latin typeface="Verdana"/>
                <a:ea typeface="Verdana"/>
                <a:cs typeface="Verdana"/>
                <a:sym typeface="Verdana"/>
              </a:defRPr>
            </a:lvl5pPr>
            <a:lvl6pPr indent="0" lvl="5" marL="0" marR="0" rtl="0" algn="r">
              <a:spcBef>
                <a:spcPts val="0"/>
              </a:spcBef>
              <a:buNone/>
              <a:defRPr b="1" sz="1000">
                <a:solidFill>
                  <a:schemeClr val="accent6"/>
                </a:solidFill>
                <a:latin typeface="Verdana"/>
                <a:ea typeface="Verdana"/>
                <a:cs typeface="Verdana"/>
                <a:sym typeface="Verdana"/>
              </a:defRPr>
            </a:lvl6pPr>
            <a:lvl7pPr indent="0" lvl="6" marL="0" marR="0" rtl="0" algn="r">
              <a:spcBef>
                <a:spcPts val="0"/>
              </a:spcBef>
              <a:buNone/>
              <a:defRPr b="1" sz="1000">
                <a:solidFill>
                  <a:schemeClr val="accent6"/>
                </a:solidFill>
                <a:latin typeface="Verdana"/>
                <a:ea typeface="Verdana"/>
                <a:cs typeface="Verdana"/>
                <a:sym typeface="Verdana"/>
              </a:defRPr>
            </a:lvl7pPr>
            <a:lvl8pPr indent="0" lvl="7" marL="0" marR="0" rtl="0" algn="r">
              <a:spcBef>
                <a:spcPts val="0"/>
              </a:spcBef>
              <a:buNone/>
              <a:defRPr b="1" sz="1000">
                <a:solidFill>
                  <a:schemeClr val="accent6"/>
                </a:solidFill>
                <a:latin typeface="Verdana"/>
                <a:ea typeface="Verdana"/>
                <a:cs typeface="Verdana"/>
                <a:sym typeface="Verdana"/>
              </a:defRPr>
            </a:lvl8pPr>
            <a:lvl9pPr indent="0" lvl="8" marL="0" marR="0" rtl="0" algn="r">
              <a:spcBef>
                <a:spcPts val="0"/>
              </a:spcBef>
              <a:buNone/>
              <a:defRPr b="1" sz="1000">
                <a:solidFill>
                  <a:schemeClr val="accent6"/>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 id="2147483717" r:id="rId44"/>
    <p:sldLayoutId id="2147483718" r:id="rId45"/>
    <p:sldLayoutId id="2147483719" r:id="rId46"/>
    <p:sldLayoutId id="2147483720" r:id="rId47"/>
    <p:sldLayoutId id="2147483721" r:id="rId48"/>
    <p:sldLayoutId id="2147483722"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eveloper.intersystems.com/intersystems-challenge-at-rakathon-2026/" TargetMode="External"/><Relationship Id="rId4" Type="http://schemas.openxmlformats.org/officeDocument/2006/relationships/hyperlink" Target="https://developer.intersystems.com/intersystems-challenge-at-rakathon-2026/" TargetMode="External"/><Relationship Id="rId5" Type="http://schemas.openxmlformats.org/officeDocument/2006/relationships/hyperlink" Target="https://developer.intersystems.com/intersystems-challenge-at-rakathon-2026/" TargetMode="External"/><Relationship Id="rId6" Type="http://schemas.openxmlformats.org/officeDocument/2006/relationships/hyperlink" Target="https://developer.intersystems.com/intersystems-challenge-at-rakathon-2026/" TargetMode="External"/><Relationship Id="rId7"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jpg"/><Relationship Id="rId4" Type="http://schemas.openxmlformats.org/officeDocument/2006/relationships/image" Target="../media/image17.jpg"/><Relationship Id="rId5" Type="http://schemas.openxmlformats.org/officeDocument/2006/relationships/image" Target="../media/image2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jpg"/><Relationship Id="rId4" Type="http://schemas.openxmlformats.org/officeDocument/2006/relationships/image" Target="../media/image17.jpg"/><Relationship Id="rId5" Type="http://schemas.openxmlformats.org/officeDocument/2006/relationships/image" Target="../media/image2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g"/><Relationship Id="rId4" Type="http://schemas.openxmlformats.org/officeDocument/2006/relationships/image" Target="../media/image11.jpg"/><Relationship Id="rId5" Type="http://schemas.openxmlformats.org/officeDocument/2006/relationships/image" Target="../media/image15.jpg"/><Relationship Id="rId6" Type="http://schemas.openxmlformats.org/officeDocument/2006/relationships/image" Target="../media/image22.png"/><Relationship Id="rId7" Type="http://schemas.openxmlformats.org/officeDocument/2006/relationships/image" Target="../media/image18.png"/><Relationship Id="rId8" Type="http://schemas.openxmlformats.org/officeDocument/2006/relationships/image" Target="../media/image2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jpg"/><Relationship Id="rId4" Type="http://schemas.openxmlformats.org/officeDocument/2006/relationships/hyperlink" Target="https://rakathon2026.slack.com/archives/C0C9HLQ66MP" TargetMode="External"/><Relationship Id="rId5" Type="http://schemas.openxmlformats.org/officeDocument/2006/relationships/hyperlink" Target="https://rakathon2026.slack.com/archives/C0C8QP133KR" TargetMode="External"/><Relationship Id="rId6" Type="http://schemas.openxmlformats.org/officeDocument/2006/relationships/image" Target="../media/image21.png"/><Relationship Id="rId7"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9" name="Shape 1019"/>
        <p:cNvGrpSpPr/>
        <p:nvPr/>
      </p:nvGrpSpPr>
      <p:grpSpPr>
        <a:xfrm>
          <a:off x="0" y="0"/>
          <a:ext cx="0" cy="0"/>
          <a:chOff x="0" y="0"/>
          <a:chExt cx="0" cy="0"/>
        </a:xfrm>
      </p:grpSpPr>
      <p:sp>
        <p:nvSpPr>
          <p:cNvPr id="1020" name="Google Shape;1020;p1"/>
          <p:cNvSpPr txBox="1"/>
          <p:nvPr>
            <p:ph type="ctrTitle"/>
          </p:nvPr>
        </p:nvSpPr>
        <p:spPr>
          <a:xfrm>
            <a:off x="546100" y="1524001"/>
            <a:ext cx="7023100" cy="2317750"/>
          </a:xfrm>
          <a:prstGeom prst="rect">
            <a:avLst/>
          </a:prstGeom>
          <a:noFill/>
          <a:ln>
            <a:noFill/>
          </a:ln>
        </p:spPr>
        <p:txBody>
          <a:bodyPr anchorCtr="0" anchor="b" bIns="0" lIns="0" spcFirstLastPara="1" rIns="72000" wrap="square" tIns="0">
            <a:normAutofit/>
          </a:bodyPr>
          <a:lstStyle/>
          <a:p>
            <a:pPr indent="0" lvl="0" marL="0" rtl="0" algn="l">
              <a:lnSpc>
                <a:spcPct val="100000"/>
              </a:lnSpc>
              <a:spcBef>
                <a:spcPts val="0"/>
              </a:spcBef>
              <a:spcAft>
                <a:spcPts val="0"/>
              </a:spcAft>
              <a:buClr>
                <a:srgbClr val="000000"/>
              </a:buClr>
              <a:buSzPts val="4400"/>
              <a:buFont typeface="Verdana"/>
              <a:buNone/>
            </a:pPr>
            <a:r>
              <a:rPr b="1" i="0" lang="en" sz="4400" u="none" cap="none" strike="noStrike">
                <a:solidFill>
                  <a:srgbClr val="000000"/>
                </a:solidFill>
                <a:latin typeface="Verdana"/>
                <a:ea typeface="Verdana"/>
                <a:cs typeface="Verdana"/>
                <a:sym typeface="Verdana"/>
              </a:rPr>
              <a:t>InterSystems Challenge Intro</a:t>
            </a:r>
            <a:endParaRPr b="1" i="0" sz="4400" u="none" cap="none" strike="noStrike">
              <a:solidFill>
                <a:srgbClr val="000000"/>
              </a:solidFill>
              <a:latin typeface="Verdana"/>
              <a:ea typeface="Verdana"/>
              <a:cs typeface="Verdana"/>
              <a:sym typeface="Verdana"/>
            </a:endParaRPr>
          </a:p>
        </p:txBody>
      </p:sp>
      <p:sp>
        <p:nvSpPr>
          <p:cNvPr id="1021" name="Google Shape;1021;p1"/>
          <p:cNvSpPr txBox="1"/>
          <p:nvPr>
            <p:ph idx="1" type="subTitle"/>
          </p:nvPr>
        </p:nvSpPr>
        <p:spPr>
          <a:xfrm>
            <a:off x="546100" y="3967163"/>
            <a:ext cx="7023100" cy="1224466"/>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1800"/>
              <a:buNone/>
            </a:pPr>
            <a:r>
              <a:t/>
            </a:r>
            <a:endParaRPr/>
          </a:p>
        </p:txBody>
      </p:sp>
      <p:pic>
        <p:nvPicPr>
          <p:cNvPr id="1022" name="Google Shape;1022;p1"/>
          <p:cNvPicPr preferRelativeResize="0"/>
          <p:nvPr/>
        </p:nvPicPr>
        <p:blipFill>
          <a:blip r:embed="rId3">
            <a:alphaModFix/>
          </a:blip>
          <a:stretch>
            <a:fillRect/>
          </a:stretch>
        </p:blipFill>
        <p:spPr>
          <a:xfrm>
            <a:off x="546100" y="311675"/>
            <a:ext cx="3159200" cy="763475"/>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2"/>
          <p:cNvSpPr txBox="1"/>
          <p:nvPr/>
        </p:nvSpPr>
        <p:spPr>
          <a:xfrm>
            <a:off x="548640" y="365760"/>
            <a:ext cx="10515600" cy="43640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lang="en" sz="2800">
                <a:solidFill>
                  <a:srgbClr val="000000"/>
                </a:solidFill>
                <a:latin typeface="Verdana"/>
                <a:ea typeface="Verdana"/>
                <a:cs typeface="Verdana"/>
                <a:sym typeface="Verdana"/>
              </a:rPr>
              <a:t>InterSystems Challenge for Rakathon 2026</a:t>
            </a:r>
            <a:endParaRPr/>
          </a:p>
        </p:txBody>
      </p:sp>
      <p:sp>
        <p:nvSpPr>
          <p:cNvPr id="1029" name="Google Shape;1029;p2"/>
          <p:cNvSpPr txBox="1"/>
          <p:nvPr/>
        </p:nvSpPr>
        <p:spPr>
          <a:xfrm>
            <a:off x="4088851" y="3318304"/>
            <a:ext cx="4014298" cy="387863"/>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lang="en" sz="2400">
                <a:solidFill>
                  <a:srgbClr val="00AFA9"/>
                </a:solidFill>
                <a:latin typeface="Verdana"/>
                <a:ea typeface="Verdana"/>
                <a:cs typeface="Verdana"/>
                <a:sym typeface="Verdana"/>
              </a:rPr>
              <a:t>Winner prize 1500 EUR</a:t>
            </a:r>
            <a:endParaRPr/>
          </a:p>
        </p:txBody>
      </p:sp>
      <p:sp>
        <p:nvSpPr>
          <p:cNvPr id="1030" name="Google Shape;1030;p2"/>
          <p:cNvSpPr txBox="1"/>
          <p:nvPr/>
        </p:nvSpPr>
        <p:spPr>
          <a:xfrm>
            <a:off x="548640" y="1092568"/>
            <a:ext cx="10698480" cy="842475"/>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lang="en" sz="2400">
                <a:solidFill>
                  <a:srgbClr val="00AFA9"/>
                </a:solidFill>
                <a:latin typeface="Verdana"/>
                <a:ea typeface="Verdana"/>
                <a:cs typeface="Verdana"/>
                <a:sym typeface="Verdana"/>
              </a:rPr>
              <a:t>Innovative solutions with interoperable healthcare data</a:t>
            </a:r>
            <a:endParaRPr b="1" sz="2400">
              <a:solidFill>
                <a:schemeClr val="lt1"/>
              </a:solidFill>
              <a:latin typeface="Arial"/>
              <a:ea typeface="Arial"/>
              <a:cs typeface="Arial"/>
              <a:sym typeface="Arial"/>
            </a:endParaRPr>
          </a:p>
          <a:p>
            <a:pPr indent="0" lvl="0" marL="0" marR="0" rtl="0" algn="l">
              <a:lnSpc>
                <a:spcPct val="112000"/>
              </a:lnSpc>
              <a:spcBef>
                <a:spcPts val="800"/>
              </a:spcBef>
              <a:spcAft>
                <a:spcPts val="0"/>
              </a:spcAft>
              <a:buNone/>
            </a:pPr>
            <a:r>
              <a:t/>
            </a:r>
            <a:endParaRPr sz="2000">
              <a:solidFill>
                <a:srgbClr val="54CABF"/>
              </a:solidFill>
              <a:latin typeface="Arial"/>
              <a:ea typeface="Arial"/>
              <a:cs typeface="Arial"/>
              <a:sym typeface="Arial"/>
            </a:endParaRPr>
          </a:p>
        </p:txBody>
      </p:sp>
      <p:sp>
        <p:nvSpPr>
          <p:cNvPr id="1031" name="Google Shape;1031;p2"/>
          <p:cNvSpPr txBox="1"/>
          <p:nvPr/>
        </p:nvSpPr>
        <p:spPr>
          <a:xfrm>
            <a:off x="548640" y="1778368"/>
            <a:ext cx="10789920" cy="590739"/>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 sz="1800">
                <a:solidFill>
                  <a:srgbClr val="303035"/>
                </a:solidFill>
                <a:latin typeface="Verdana"/>
                <a:ea typeface="Verdana"/>
                <a:cs typeface="Verdana"/>
                <a:sym typeface="Verdana"/>
              </a:rPr>
              <a:t>For your project, use InterSystems IRIS for Health – for demonstrating interoperability, or implementing generative AI along with vector search or an agent-based approach.</a:t>
            </a:r>
            <a:endParaRPr sz="900">
              <a:solidFill>
                <a:schemeClr val="dk1"/>
              </a:solidFill>
              <a:latin typeface="Verdana"/>
              <a:ea typeface="Verdana"/>
              <a:cs typeface="Verdana"/>
              <a:sym typeface="Verdana"/>
            </a:endParaRPr>
          </a:p>
        </p:txBody>
      </p:sp>
      <p:sp>
        <p:nvSpPr>
          <p:cNvPr id="1032" name="Google Shape;1032;p2">
            <a:hlinkClick r:id="rId3"/>
          </p:cNvPr>
          <p:cNvSpPr txBox="1"/>
          <p:nvPr/>
        </p:nvSpPr>
        <p:spPr>
          <a:xfrm>
            <a:off x="548640" y="5623560"/>
            <a:ext cx="8686800" cy="249427"/>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 sz="1600">
                <a:solidFill>
                  <a:srgbClr val="002060"/>
                </a:solidFill>
                <a:latin typeface="Verdana"/>
                <a:ea typeface="Verdana"/>
                <a:cs typeface="Verdana"/>
                <a:sym typeface="Verdana"/>
              </a:rPr>
              <a:t>Full challenge description, GitHub template and tutorials:</a:t>
            </a:r>
            <a:endParaRPr b="0" sz="1600">
              <a:solidFill>
                <a:srgbClr val="002060"/>
              </a:solidFill>
              <a:latin typeface="Verdana"/>
              <a:ea typeface="Verdana"/>
              <a:cs typeface="Verdana"/>
              <a:sym typeface="Verdana"/>
            </a:endParaRPr>
          </a:p>
        </p:txBody>
      </p:sp>
      <p:sp>
        <p:nvSpPr>
          <p:cNvPr id="1033" name="Google Shape;1033;p2"/>
          <p:cNvSpPr txBox="1"/>
          <p:nvPr/>
        </p:nvSpPr>
        <p:spPr>
          <a:xfrm>
            <a:off x="548640" y="6053328"/>
            <a:ext cx="8869680" cy="184666"/>
          </a:xfrm>
          <a:prstGeom prst="rect">
            <a:avLst/>
          </a:prstGeom>
          <a:noFill/>
          <a:ln>
            <a:noFill/>
          </a:ln>
        </p:spPr>
        <p:txBody>
          <a:bodyPr anchorCtr="0" anchor="t" bIns="0" lIns="0" spcFirstLastPara="1" rIns="91425" wrap="square" tIns="0">
            <a:spAutoFit/>
          </a:bodyPr>
          <a:lstStyle/>
          <a:p>
            <a:pPr indent="0" lvl="0" marL="0" marR="0" rtl="0" algn="l">
              <a:spcBef>
                <a:spcPts val="0"/>
              </a:spcBef>
              <a:spcAft>
                <a:spcPts val="0"/>
              </a:spcAft>
              <a:buNone/>
            </a:pPr>
            <a:r>
              <a:rPr lang="en" sz="1200" u="sng">
                <a:solidFill>
                  <a:srgbClr val="002060"/>
                </a:solidFill>
                <a:latin typeface="Verdana"/>
                <a:ea typeface="Verdana"/>
                <a:cs typeface="Verdana"/>
                <a:sym typeface="Verdana"/>
                <a:hlinkClick r:id="rId4">
                  <a:extLst>
                    <a:ext uri="{A12FA001-AC4F-418D-AE19-62706E023703}">
                      <ahyp:hlinkClr val="tx"/>
                    </a:ext>
                  </a:extLst>
                </a:hlinkClick>
              </a:rPr>
              <a:t>developer.intersystems.com/intersystems-challenge-at-rakathon-2026/</a:t>
            </a:r>
            <a:endParaRPr sz="1200" u="sng">
              <a:solidFill>
                <a:srgbClr val="002060"/>
              </a:solidFill>
              <a:latin typeface="Verdana"/>
              <a:ea typeface="Verdana"/>
              <a:cs typeface="Verdana"/>
              <a:sym typeface="Verdana"/>
              <a:hlinkClick r:id="rId5">
                <a:extLst>
                  <a:ext uri="{A12FA001-AC4F-418D-AE19-62706E023703}">
                    <ahyp:hlinkClr val="tx"/>
                  </a:ext>
                </a:extLst>
              </a:hlinkClick>
            </a:endParaRPr>
          </a:p>
        </p:txBody>
      </p:sp>
      <p:pic>
        <p:nvPicPr>
          <p:cNvPr descr="QR code: InterSystems call for Rakathon 2026" id="1034" name="Google Shape;1034;p2">
            <a:hlinkClick r:id="rId6"/>
          </p:cNvPr>
          <p:cNvPicPr preferRelativeResize="0"/>
          <p:nvPr/>
        </p:nvPicPr>
        <p:blipFill rotWithShape="1">
          <a:blip r:embed="rId7">
            <a:alphaModFix/>
          </a:blip>
          <a:srcRect b="0" l="0" r="0" t="0"/>
          <a:stretch/>
        </p:blipFill>
        <p:spPr>
          <a:xfrm>
            <a:off x="9700054" y="4570684"/>
            <a:ext cx="1943306" cy="1943306"/>
          </a:xfrm>
          <a:prstGeom prst="rect">
            <a:avLst/>
          </a:prstGeom>
          <a:noFill/>
          <a:ln>
            <a:noFill/>
          </a:ln>
        </p:spPr>
      </p:pic>
      <p:sp>
        <p:nvSpPr>
          <p:cNvPr id="1035" name="Google Shape;1035;p2"/>
          <p:cNvSpPr txBox="1"/>
          <p:nvPr/>
        </p:nvSpPr>
        <p:spPr>
          <a:xfrm>
            <a:off x="548640" y="2737672"/>
            <a:ext cx="11094720" cy="387863"/>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1" lang="en" sz="2400">
                <a:solidFill>
                  <a:srgbClr val="002060"/>
                </a:solidFill>
                <a:latin typeface="Verdana"/>
                <a:ea typeface="Verdana"/>
                <a:cs typeface="Verdana"/>
                <a:sym typeface="Verdana"/>
              </a:rPr>
              <a:t>CAN BE COMBINED WITH ANY OTHER CHALLENGE</a:t>
            </a:r>
            <a:endParaRPr sz="2000">
              <a:solidFill>
                <a:srgbClr val="002060"/>
              </a:solidFill>
              <a:latin typeface="Arial"/>
              <a:ea typeface="Arial"/>
              <a:cs typeface="Arial"/>
              <a:sym typeface="Arial"/>
            </a:endParaRPr>
          </a:p>
        </p:txBody>
      </p:sp>
      <p:sp>
        <p:nvSpPr>
          <p:cNvPr id="1036" name="Google Shape;1036;p2"/>
          <p:cNvSpPr txBox="1"/>
          <p:nvPr/>
        </p:nvSpPr>
        <p:spPr>
          <a:xfrm>
            <a:off x="548640" y="4008187"/>
            <a:ext cx="10789920" cy="977896"/>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 sz="1800">
                <a:solidFill>
                  <a:srgbClr val="303035"/>
                </a:solidFill>
                <a:latin typeface="Verdana"/>
                <a:ea typeface="Verdana"/>
                <a:cs typeface="Verdana"/>
                <a:sym typeface="Verdana"/>
              </a:rPr>
              <a:t>Innovation &amp; real-world impact: a clear healthcare problem and path to MVP</a:t>
            </a:r>
            <a:endParaRPr/>
          </a:p>
          <a:p>
            <a:pPr indent="0" lvl="0" marL="0" marR="0" rtl="0" algn="l">
              <a:lnSpc>
                <a:spcPct val="112000"/>
              </a:lnSpc>
              <a:spcBef>
                <a:spcPts val="300"/>
              </a:spcBef>
              <a:spcAft>
                <a:spcPts val="0"/>
              </a:spcAft>
              <a:buNone/>
            </a:pPr>
            <a:r>
              <a:rPr b="0" lang="en" sz="1800">
                <a:solidFill>
                  <a:srgbClr val="303035"/>
                </a:solidFill>
                <a:latin typeface="Verdana"/>
                <a:ea typeface="Verdana"/>
                <a:cs typeface="Verdana"/>
                <a:sym typeface="Verdana"/>
              </a:rPr>
              <a:t>Meaningful use of InterSystems technology with AI and/or FHIR</a:t>
            </a:r>
            <a:endParaRPr/>
          </a:p>
          <a:p>
            <a:pPr indent="0" lvl="0" marL="0" marR="0" rtl="0" algn="l">
              <a:lnSpc>
                <a:spcPct val="112000"/>
              </a:lnSpc>
              <a:spcBef>
                <a:spcPts val="300"/>
              </a:spcBef>
              <a:spcAft>
                <a:spcPts val="0"/>
              </a:spcAft>
              <a:buNone/>
            </a:pPr>
            <a:r>
              <a:rPr b="0" lang="en" sz="1800">
                <a:solidFill>
                  <a:srgbClr val="303035"/>
                </a:solidFill>
                <a:latin typeface="Verdana"/>
                <a:ea typeface="Verdana"/>
                <a:cs typeface="Verdana"/>
                <a:sym typeface="Verdana"/>
              </a:rPr>
              <a:t>Technical coherence: a sound data model and architecture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0" name="Shape 1040"/>
        <p:cNvGrpSpPr/>
        <p:nvPr/>
      </p:nvGrpSpPr>
      <p:grpSpPr>
        <a:xfrm>
          <a:off x="0" y="0"/>
          <a:ext cx="0" cy="0"/>
          <a:chOff x="0" y="0"/>
          <a:chExt cx="0" cy="0"/>
        </a:xfrm>
      </p:grpSpPr>
      <p:sp>
        <p:nvSpPr>
          <p:cNvPr id="1041" name="Google Shape;1041;p3"/>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p>
            <a:pPr indent="0" lvl="0" marL="0" rtl="0" algn="l">
              <a:lnSpc>
                <a:spcPct val="100000"/>
              </a:lnSpc>
              <a:spcBef>
                <a:spcPts val="0"/>
              </a:spcBef>
              <a:spcAft>
                <a:spcPts val="0"/>
              </a:spcAft>
              <a:buClr>
                <a:schemeClr val="dk1"/>
              </a:buClr>
              <a:buSzPts val="2800"/>
              <a:buFont typeface="Verdana"/>
              <a:buNone/>
            </a:pPr>
            <a:r>
              <a:rPr lang="en" sz="2800">
                <a:latin typeface="Verdana"/>
                <a:ea typeface="Verdana"/>
                <a:cs typeface="Verdana"/>
                <a:sym typeface="Verdana"/>
              </a:rPr>
              <a:t>Retrieval-Augmented Generation (RAG)</a:t>
            </a:r>
            <a:endParaRPr/>
          </a:p>
        </p:txBody>
      </p:sp>
      <p:sp>
        <p:nvSpPr>
          <p:cNvPr id="1042" name="Google Shape;1042;p3"/>
          <p:cNvSpPr txBox="1"/>
          <p:nvPr/>
        </p:nvSpPr>
        <p:spPr>
          <a:xfrm>
            <a:off x="1139406" y="2280706"/>
            <a:ext cx="2449184" cy="562998"/>
          </a:xfrm>
          <a:prstGeom prst="rect">
            <a:avLst/>
          </a:prstGeom>
          <a:noFill/>
          <a:ln>
            <a:noFill/>
          </a:ln>
        </p:spPr>
        <p:txBody>
          <a:bodyPr anchorCtr="0" anchor="ctr" bIns="0" lIns="0" spcFirstLastPara="1" rIns="0" wrap="square" tIns="0">
            <a:normAutofit/>
          </a:bodyPr>
          <a:lstStyle/>
          <a:p>
            <a:pPr indent="0" lvl="0" marL="0" marR="0" rtl="0" algn="ctr">
              <a:lnSpc>
                <a:spcPct val="90000"/>
              </a:lnSpc>
              <a:spcBef>
                <a:spcPts val="0"/>
              </a:spcBef>
              <a:spcAft>
                <a:spcPts val="0"/>
              </a:spcAft>
              <a:buClr>
                <a:schemeClr val="dk2"/>
              </a:buClr>
              <a:buSzPts val="2400"/>
              <a:buFont typeface="Calibri"/>
              <a:buNone/>
            </a:pPr>
            <a:r>
              <a:rPr lang="en" sz="2000">
                <a:solidFill>
                  <a:schemeClr val="dk1"/>
                </a:solidFill>
                <a:latin typeface="Verdana"/>
                <a:ea typeface="Verdana"/>
                <a:cs typeface="Verdana"/>
                <a:sym typeface="Verdana"/>
              </a:rPr>
              <a:t>User query</a:t>
            </a:r>
            <a:endParaRPr/>
          </a:p>
        </p:txBody>
      </p:sp>
      <p:sp>
        <p:nvSpPr>
          <p:cNvPr id="1043" name="Google Shape;1043;p3"/>
          <p:cNvSpPr txBox="1"/>
          <p:nvPr/>
        </p:nvSpPr>
        <p:spPr>
          <a:xfrm>
            <a:off x="4522759" y="2280706"/>
            <a:ext cx="2737447" cy="789888"/>
          </a:xfrm>
          <a:prstGeom prst="rect">
            <a:avLst/>
          </a:prstGeom>
          <a:noFill/>
          <a:ln>
            <a:noFill/>
          </a:ln>
        </p:spPr>
        <p:txBody>
          <a:bodyPr anchorCtr="0" anchor="ctr" bIns="0" lIns="0" spcFirstLastPara="1" rIns="0" wrap="square" tIns="0">
            <a:normAutofit lnSpcReduction="10000"/>
          </a:bodyPr>
          <a:lstStyle/>
          <a:p>
            <a:pPr indent="0" lvl="0" marL="0" marR="0" rtl="0" algn="ctr">
              <a:lnSpc>
                <a:spcPct val="90000"/>
              </a:lnSpc>
              <a:spcBef>
                <a:spcPts val="0"/>
              </a:spcBef>
              <a:spcAft>
                <a:spcPts val="0"/>
              </a:spcAft>
              <a:buClr>
                <a:schemeClr val="dk2"/>
              </a:buClr>
              <a:buSzPts val="2400"/>
              <a:buFont typeface="Calibri"/>
              <a:buNone/>
            </a:pPr>
            <a:r>
              <a:rPr lang="en" sz="2000">
                <a:solidFill>
                  <a:schemeClr val="dk1"/>
                </a:solidFill>
                <a:latin typeface="Verdana"/>
                <a:ea typeface="Verdana"/>
                <a:cs typeface="Verdana"/>
                <a:sym typeface="Verdana"/>
              </a:rPr>
              <a:t>Retrieve relevant data from the IRIS database</a:t>
            </a:r>
            <a:endParaRPr/>
          </a:p>
        </p:txBody>
      </p:sp>
      <p:sp>
        <p:nvSpPr>
          <p:cNvPr id="1044" name="Google Shape;1044;p3"/>
          <p:cNvSpPr txBox="1"/>
          <p:nvPr/>
        </p:nvSpPr>
        <p:spPr>
          <a:xfrm>
            <a:off x="8194375" y="2280706"/>
            <a:ext cx="3235625" cy="789888"/>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2"/>
              </a:buClr>
              <a:buSzPts val="2400"/>
              <a:buFont typeface="Calibri"/>
              <a:buNone/>
            </a:pPr>
            <a:r>
              <a:rPr lang="en" sz="2000">
                <a:solidFill>
                  <a:schemeClr val="dk1"/>
                </a:solidFill>
                <a:latin typeface="Verdana"/>
                <a:ea typeface="Verdana"/>
                <a:cs typeface="Verdana"/>
                <a:sym typeface="Verdana"/>
              </a:rPr>
              <a:t>Add context to the query for the LLM</a:t>
            </a:r>
            <a:endParaRPr/>
          </a:p>
        </p:txBody>
      </p:sp>
      <p:pic>
        <p:nvPicPr>
          <p:cNvPr descr="Blue-green line drawing of a man walking&#10;&#10;Description generated automatically" id="1045" name="Google Shape;1045;p3"/>
          <p:cNvPicPr preferRelativeResize="0"/>
          <p:nvPr/>
        </p:nvPicPr>
        <p:blipFill rotWithShape="1">
          <a:blip r:embed="rId3">
            <a:alphaModFix/>
          </a:blip>
          <a:srcRect b="0" l="0" r="0" t="0"/>
          <a:stretch/>
        </p:blipFill>
        <p:spPr>
          <a:xfrm>
            <a:off x="2007011" y="3429000"/>
            <a:ext cx="713973" cy="1257213"/>
          </a:xfrm>
          <a:prstGeom prst="rect">
            <a:avLst/>
          </a:prstGeom>
          <a:noFill/>
          <a:ln>
            <a:noFill/>
          </a:ln>
        </p:spPr>
      </p:pic>
      <p:pic>
        <p:nvPicPr>
          <p:cNvPr descr="Diagram of a data flow diagram&#10;&#10;Description generated automatically" id="1046" name="Google Shape;1046;p3"/>
          <p:cNvPicPr preferRelativeResize="0"/>
          <p:nvPr/>
        </p:nvPicPr>
        <p:blipFill rotWithShape="1">
          <a:blip r:embed="rId4">
            <a:alphaModFix/>
          </a:blip>
          <a:srcRect b="0" l="0" r="0" t="0"/>
          <a:stretch/>
        </p:blipFill>
        <p:spPr>
          <a:xfrm>
            <a:off x="5255543" y="3299614"/>
            <a:ext cx="1195377" cy="1565684"/>
          </a:xfrm>
          <a:prstGeom prst="rect">
            <a:avLst/>
          </a:prstGeom>
          <a:noFill/>
          <a:ln>
            <a:noFill/>
          </a:ln>
        </p:spPr>
      </p:pic>
      <p:pic>
        <p:nvPicPr>
          <p:cNvPr descr="Tree diagram with icons&#10;&#10;Description automatically generated with medium confidence" id="1047" name="Google Shape;1047;p3"/>
          <p:cNvPicPr preferRelativeResize="0"/>
          <p:nvPr/>
        </p:nvPicPr>
        <p:blipFill rotWithShape="1">
          <a:blip r:embed="rId5">
            <a:alphaModFix/>
          </a:blip>
          <a:srcRect b="0" l="0" r="0" t="0"/>
          <a:stretch/>
        </p:blipFill>
        <p:spPr>
          <a:xfrm>
            <a:off x="9046931" y="3251600"/>
            <a:ext cx="1544762" cy="1721345"/>
          </a:xfrm>
          <a:prstGeom prst="rect">
            <a:avLst/>
          </a:prstGeom>
          <a:noFill/>
          <a:ln>
            <a:noFill/>
          </a:ln>
        </p:spPr>
      </p:pic>
      <p:sp>
        <p:nvSpPr>
          <p:cNvPr id="1048" name="Google Shape;1048;p3"/>
          <p:cNvSpPr/>
          <p:nvPr/>
        </p:nvSpPr>
        <p:spPr>
          <a:xfrm>
            <a:off x="3476446" y="3049028"/>
            <a:ext cx="713973" cy="657600"/>
          </a:xfrm>
          <a:prstGeom prst="rightArrow">
            <a:avLst>
              <a:gd fmla="val 50000" name="adj1"/>
              <a:gd fmla="val 50000" name="adj2"/>
            </a:avLst>
          </a:prstGeom>
          <a:solidFill>
            <a:srgbClr val="BDD9F1"/>
          </a:solidFill>
          <a:ln cap="flat" cmpd="sng" w="12700">
            <a:solidFill>
              <a:schemeClr val="dk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2000">
              <a:solidFill>
                <a:schemeClr val="dk1"/>
              </a:solidFill>
              <a:latin typeface="Verdana"/>
              <a:ea typeface="Verdana"/>
              <a:cs typeface="Verdana"/>
              <a:sym typeface="Verdana"/>
            </a:endParaRPr>
          </a:p>
        </p:txBody>
      </p:sp>
      <p:sp>
        <p:nvSpPr>
          <p:cNvPr id="1049" name="Google Shape;1049;p3"/>
          <p:cNvSpPr/>
          <p:nvPr/>
        </p:nvSpPr>
        <p:spPr>
          <a:xfrm>
            <a:off x="7480402" y="3152400"/>
            <a:ext cx="713973" cy="657600"/>
          </a:xfrm>
          <a:prstGeom prst="rightArrow">
            <a:avLst>
              <a:gd fmla="val 50000" name="adj1"/>
              <a:gd fmla="val 50000" name="adj2"/>
            </a:avLst>
          </a:prstGeom>
          <a:solidFill>
            <a:srgbClr val="BDD9F1"/>
          </a:solidFill>
          <a:ln cap="flat" cmpd="sng" w="12700">
            <a:solidFill>
              <a:schemeClr val="dk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2000">
              <a:solidFill>
                <a:schemeClr val="dk1"/>
              </a:solidFill>
              <a:latin typeface="Verdana"/>
              <a:ea typeface="Verdana"/>
              <a:cs typeface="Verdana"/>
              <a:sym typeface="Verdana"/>
            </a:endParaRPr>
          </a:p>
        </p:txBody>
      </p:sp>
      <p:sp>
        <p:nvSpPr>
          <p:cNvPr id="1050" name="Google Shape;1050;p3"/>
          <p:cNvSpPr/>
          <p:nvPr/>
        </p:nvSpPr>
        <p:spPr>
          <a:xfrm>
            <a:off x="4378539" y="1794294"/>
            <a:ext cx="3027872" cy="3769743"/>
          </a:xfrm>
          <a:prstGeom prst="rect">
            <a:avLst/>
          </a:prstGeom>
          <a:noFill/>
          <a:ln cap="flat" cmpd="sng" w="38100">
            <a:solidFill>
              <a:schemeClr val="dk2"/>
            </a:solidFill>
            <a:prstDash val="dash"/>
            <a:miter lim="8000"/>
            <a:headEnd len="sm" w="sm" type="none"/>
            <a:tailEnd len="sm" w="sm" type="none"/>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2000">
              <a:solidFill>
                <a:schemeClr val="lt1"/>
              </a:solidFill>
              <a:latin typeface="Verdana"/>
              <a:ea typeface="Verdana"/>
              <a:cs typeface="Verdana"/>
              <a:sym typeface="Verdana"/>
            </a:endParaRPr>
          </a:p>
        </p:txBody>
      </p:sp>
      <p:sp>
        <p:nvSpPr>
          <p:cNvPr id="1051" name="Google Shape;1051;p3"/>
          <p:cNvSpPr txBox="1"/>
          <p:nvPr/>
        </p:nvSpPr>
        <p:spPr>
          <a:xfrm>
            <a:off x="338328" y="5770986"/>
            <a:ext cx="11725656" cy="789888"/>
          </a:xfrm>
          <a:prstGeom prst="rect">
            <a:avLst/>
          </a:prstGeom>
          <a:noFill/>
          <a:ln>
            <a:noFill/>
          </a:ln>
        </p:spPr>
        <p:txBody>
          <a:bodyPr anchorCtr="0" anchor="ctr" bIns="0" lIns="0" spcFirstLastPara="1" rIns="0" wrap="square" tIns="0">
            <a:normAutofit/>
          </a:bodyPr>
          <a:lstStyle/>
          <a:p>
            <a:pPr indent="0" lvl="0" marL="0" marR="0" rtl="0" algn="ctr">
              <a:lnSpc>
                <a:spcPct val="90000"/>
              </a:lnSpc>
              <a:spcBef>
                <a:spcPts val="0"/>
              </a:spcBef>
              <a:spcAft>
                <a:spcPts val="0"/>
              </a:spcAft>
              <a:buClr>
                <a:schemeClr val="dk2"/>
              </a:buClr>
              <a:buSzPts val="2400"/>
              <a:buFont typeface="Calibri"/>
              <a:buNone/>
            </a:pPr>
            <a:r>
              <a:rPr b="1" lang="en" sz="2000">
                <a:solidFill>
                  <a:schemeClr val="dk1"/>
                </a:solidFill>
                <a:latin typeface="Verdana"/>
                <a:ea typeface="Verdana"/>
                <a:cs typeface="Verdana"/>
                <a:sym typeface="Verdana"/>
              </a:rPr>
              <a:t>Use InterSystems IRIS Vector Search to narrow down contextual information</a:t>
            </a:r>
            <a:endParaRPr/>
          </a:p>
        </p:txBody>
      </p:sp>
      <p:sp>
        <p:nvSpPr>
          <p:cNvPr id="1052" name="Google Shape;1052;p3"/>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Clr>
                <a:schemeClr val="dk2"/>
              </a:buClr>
              <a:buSzPts val="1200"/>
              <a:buFont typeface="Verdana"/>
              <a:buNone/>
            </a:pPr>
            <a:r>
              <a:rPr b="0" lang="en" sz="1000">
                <a:solidFill>
                  <a:schemeClr val="dk1"/>
                </a:solidFill>
                <a:latin typeface="Verdana"/>
                <a:ea typeface="Verdana"/>
                <a:cs typeface="Verdana"/>
                <a:sym typeface="Verdana"/>
              </a:rPr>
              <a:t>8</a:t>
            </a: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500"/>
                                        <p:tgtEl>
                                          <p:spTgt spid="1042"/>
                                        </p:tgtEl>
                                      </p:cBhvr>
                                    </p:animEffect>
                                  </p:childTnLst>
                                </p:cTn>
                              </p:par>
                              <p:par>
                                <p:cTn fill="hold" nodeType="with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500"/>
                                        <p:tgtEl>
                                          <p:spTgt spid="10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500"/>
                                        <p:tgtEl>
                                          <p:spTgt spid="1048"/>
                                        </p:tgtEl>
                                      </p:cBhvr>
                                    </p:animEffect>
                                  </p:childTnLst>
                                </p:cTn>
                              </p:par>
                              <p:par>
                                <p:cTn fill="hold" nodeType="with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500"/>
                                        <p:tgtEl>
                                          <p:spTgt spid="1043"/>
                                        </p:tgtEl>
                                      </p:cBhvr>
                                    </p:animEffect>
                                  </p:childTnLst>
                                </p:cTn>
                              </p:par>
                              <p:par>
                                <p:cTn fill="hold" nodeType="with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500"/>
                                        <p:tgtEl>
                                          <p:spTgt spid="1049"/>
                                        </p:tgtEl>
                                      </p:cBhvr>
                                    </p:animEffect>
                                  </p:childTnLst>
                                </p:cTn>
                              </p:par>
                              <p:par>
                                <p:cTn fill="hold" nodeType="with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500"/>
                                        <p:tgtEl>
                                          <p:spTgt spid="1044"/>
                                        </p:tgtEl>
                                      </p:cBhvr>
                                    </p:animEffect>
                                  </p:childTnLst>
                                </p:cTn>
                              </p:par>
                              <p:par>
                                <p:cTn fill="hold" nodeType="with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500"/>
                                        <p:tgtEl>
                                          <p:spTgt spid="10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0"/>
                                        </p:tgtEl>
                                        <p:attrNameLst>
                                          <p:attrName>style.visibility</p:attrName>
                                        </p:attrNameLst>
                                      </p:cBhvr>
                                      <p:to>
                                        <p:strVal val="visible"/>
                                      </p:to>
                                    </p:set>
                                    <p:animEffect filter="fade" transition="in">
                                      <p:cBhvr>
                                        <p:cTn dur="500"/>
                                        <p:tgtEl>
                                          <p:spTgt spid="1050"/>
                                        </p:tgtEl>
                                      </p:cBhvr>
                                    </p:animEffect>
                                  </p:childTnLst>
                                </p:cTn>
                              </p:par>
                              <p:par>
                                <p:cTn fill="hold" nodeType="with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500"/>
                                        <p:tgtEl>
                                          <p:spTgt spid="10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4"/>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p>
            <a:pPr indent="0" lvl="0" marL="0" rtl="0" algn="l">
              <a:lnSpc>
                <a:spcPct val="100000"/>
              </a:lnSpc>
              <a:spcBef>
                <a:spcPts val="0"/>
              </a:spcBef>
              <a:spcAft>
                <a:spcPts val="0"/>
              </a:spcAft>
              <a:buClr>
                <a:schemeClr val="dk1"/>
              </a:buClr>
              <a:buSzPts val="2800"/>
              <a:buFont typeface="Verdana"/>
              <a:buNone/>
            </a:pPr>
            <a:r>
              <a:rPr lang="en" sz="2800">
                <a:latin typeface="Verdana"/>
                <a:ea typeface="Verdana"/>
                <a:cs typeface="Verdana"/>
                <a:sym typeface="Verdana"/>
              </a:rPr>
              <a:t>Agent-based access to data using tools</a:t>
            </a:r>
            <a:endParaRPr/>
          </a:p>
        </p:txBody>
      </p:sp>
      <p:sp>
        <p:nvSpPr>
          <p:cNvPr id="1059" name="Google Shape;1059;p4"/>
          <p:cNvSpPr txBox="1"/>
          <p:nvPr/>
        </p:nvSpPr>
        <p:spPr>
          <a:xfrm>
            <a:off x="1139406" y="2280706"/>
            <a:ext cx="2449184" cy="786384"/>
          </a:xfrm>
          <a:prstGeom prst="rect">
            <a:avLst/>
          </a:prstGeom>
          <a:noFill/>
          <a:ln>
            <a:noFill/>
          </a:ln>
        </p:spPr>
        <p:txBody>
          <a:bodyPr anchorCtr="0" anchor="ctr" bIns="0" lIns="0" spcFirstLastPara="1" rIns="0" wrap="square" tIns="0">
            <a:normAutofit/>
          </a:bodyPr>
          <a:lstStyle/>
          <a:p>
            <a:pPr indent="0" lvl="0" marL="0" marR="0" rtl="0" algn="ctr">
              <a:lnSpc>
                <a:spcPct val="90000"/>
              </a:lnSpc>
              <a:spcBef>
                <a:spcPts val="0"/>
              </a:spcBef>
              <a:spcAft>
                <a:spcPts val="0"/>
              </a:spcAft>
              <a:buClr>
                <a:schemeClr val="dk2"/>
              </a:buClr>
              <a:buSzPts val="2400"/>
              <a:buFont typeface="Calibri"/>
              <a:buNone/>
            </a:pPr>
            <a:r>
              <a:rPr lang="en" sz="2000">
                <a:solidFill>
                  <a:schemeClr val="dk1"/>
                </a:solidFill>
                <a:latin typeface="Verdana"/>
                <a:ea typeface="Verdana"/>
                <a:cs typeface="Verdana"/>
                <a:sym typeface="Verdana"/>
              </a:rPr>
              <a:t>User of agent powered system</a:t>
            </a:r>
            <a:endParaRPr/>
          </a:p>
        </p:txBody>
      </p:sp>
      <p:sp>
        <p:nvSpPr>
          <p:cNvPr id="1060" name="Google Shape;1060;p4"/>
          <p:cNvSpPr txBox="1"/>
          <p:nvPr/>
        </p:nvSpPr>
        <p:spPr>
          <a:xfrm>
            <a:off x="4522759" y="2280706"/>
            <a:ext cx="2737447" cy="789888"/>
          </a:xfrm>
          <a:prstGeom prst="rect">
            <a:avLst/>
          </a:prstGeom>
          <a:noFill/>
          <a:ln>
            <a:noFill/>
          </a:ln>
        </p:spPr>
        <p:txBody>
          <a:bodyPr anchorCtr="0" anchor="ctr" bIns="0" lIns="0" spcFirstLastPara="1" rIns="0" wrap="square" tIns="0">
            <a:normAutofit/>
          </a:bodyPr>
          <a:lstStyle/>
          <a:p>
            <a:pPr indent="0" lvl="0" marL="0" marR="0" rtl="0" algn="ctr">
              <a:lnSpc>
                <a:spcPct val="90000"/>
              </a:lnSpc>
              <a:spcBef>
                <a:spcPts val="0"/>
              </a:spcBef>
              <a:spcAft>
                <a:spcPts val="0"/>
              </a:spcAft>
              <a:buClr>
                <a:schemeClr val="dk2"/>
              </a:buClr>
              <a:buSzPts val="2400"/>
              <a:buFont typeface="Calibri"/>
              <a:buNone/>
            </a:pPr>
            <a:r>
              <a:rPr lang="en" sz="2000">
                <a:solidFill>
                  <a:schemeClr val="dk1"/>
                </a:solidFill>
                <a:latin typeface="Verdana"/>
                <a:ea typeface="Verdana"/>
                <a:cs typeface="Verdana"/>
                <a:sym typeface="Verdana"/>
              </a:rPr>
              <a:t>Agent (LLM)</a:t>
            </a:r>
            <a:br>
              <a:rPr lang="en" sz="2000">
                <a:solidFill>
                  <a:schemeClr val="dk1"/>
                </a:solidFill>
                <a:latin typeface="Verdana"/>
                <a:ea typeface="Verdana"/>
                <a:cs typeface="Verdana"/>
                <a:sym typeface="Verdana"/>
              </a:rPr>
            </a:br>
            <a:r>
              <a:rPr lang="en" sz="2000">
                <a:solidFill>
                  <a:schemeClr val="dk1"/>
                </a:solidFill>
                <a:latin typeface="Verdana"/>
                <a:ea typeface="Verdana"/>
                <a:cs typeface="Verdana"/>
                <a:sym typeface="Verdana"/>
              </a:rPr>
              <a:t>Selects a tool</a:t>
            </a:r>
            <a:endParaRPr/>
          </a:p>
        </p:txBody>
      </p:sp>
      <p:sp>
        <p:nvSpPr>
          <p:cNvPr id="1061" name="Google Shape;1061;p4"/>
          <p:cNvSpPr txBox="1"/>
          <p:nvPr/>
        </p:nvSpPr>
        <p:spPr>
          <a:xfrm>
            <a:off x="8491416" y="2128938"/>
            <a:ext cx="2737447" cy="789888"/>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2"/>
              </a:buClr>
              <a:buSzPts val="2400"/>
              <a:buFont typeface="Calibri"/>
              <a:buNone/>
            </a:pPr>
            <a:r>
              <a:rPr lang="en" sz="2000">
                <a:solidFill>
                  <a:schemeClr val="dk1"/>
                </a:solidFill>
                <a:latin typeface="Verdana"/>
                <a:ea typeface="Verdana"/>
                <a:cs typeface="Verdana"/>
                <a:sym typeface="Verdana"/>
              </a:rPr>
              <a:t>Tools get data</a:t>
            </a:r>
            <a:br>
              <a:rPr lang="en" sz="2000">
                <a:solidFill>
                  <a:schemeClr val="dk1"/>
                </a:solidFill>
                <a:latin typeface="Verdana"/>
                <a:ea typeface="Verdana"/>
                <a:cs typeface="Verdana"/>
                <a:sym typeface="Verdana"/>
              </a:rPr>
            </a:br>
            <a:r>
              <a:rPr lang="en" sz="2000">
                <a:solidFill>
                  <a:schemeClr val="dk1"/>
                </a:solidFill>
                <a:latin typeface="Verdana"/>
                <a:ea typeface="Verdana"/>
                <a:cs typeface="Verdana"/>
                <a:sym typeface="Verdana"/>
              </a:rPr>
              <a:t>SQL / API / FHIR / Vector Search</a:t>
            </a:r>
            <a:endParaRPr/>
          </a:p>
        </p:txBody>
      </p:sp>
      <p:pic>
        <p:nvPicPr>
          <p:cNvPr descr="Blue-green line drawing of a man walking&#10;&#10;Description generated automatically" id="1062" name="Google Shape;1062;p4"/>
          <p:cNvPicPr preferRelativeResize="0"/>
          <p:nvPr/>
        </p:nvPicPr>
        <p:blipFill rotWithShape="1">
          <a:blip r:embed="rId3">
            <a:alphaModFix/>
          </a:blip>
          <a:srcRect b="0" l="0" r="0" t="0"/>
          <a:stretch/>
        </p:blipFill>
        <p:spPr>
          <a:xfrm>
            <a:off x="2007011" y="3429000"/>
            <a:ext cx="713973" cy="1257213"/>
          </a:xfrm>
          <a:prstGeom prst="rect">
            <a:avLst/>
          </a:prstGeom>
          <a:noFill/>
          <a:ln>
            <a:noFill/>
          </a:ln>
        </p:spPr>
      </p:pic>
      <p:pic>
        <p:nvPicPr>
          <p:cNvPr descr="Diagram of a data flow diagram&#10;&#10;Description generated automatically" id="1063" name="Google Shape;1063;p4"/>
          <p:cNvPicPr preferRelativeResize="0"/>
          <p:nvPr/>
        </p:nvPicPr>
        <p:blipFill rotWithShape="1">
          <a:blip r:embed="rId4">
            <a:alphaModFix/>
          </a:blip>
          <a:srcRect b="0" l="0" r="0" t="0"/>
          <a:stretch/>
        </p:blipFill>
        <p:spPr>
          <a:xfrm>
            <a:off x="9217152" y="3300984"/>
            <a:ext cx="1195377" cy="1565684"/>
          </a:xfrm>
          <a:prstGeom prst="rect">
            <a:avLst/>
          </a:prstGeom>
          <a:noFill/>
          <a:ln>
            <a:noFill/>
          </a:ln>
        </p:spPr>
      </p:pic>
      <p:pic>
        <p:nvPicPr>
          <p:cNvPr descr="Tree diagram with icons&#10;&#10;Description automatically generated with medium confidence" id="1064" name="Google Shape;1064;p4"/>
          <p:cNvPicPr preferRelativeResize="0"/>
          <p:nvPr/>
        </p:nvPicPr>
        <p:blipFill rotWithShape="1">
          <a:blip r:embed="rId5">
            <a:alphaModFix/>
          </a:blip>
          <a:srcRect b="0" l="0" r="0" t="0"/>
          <a:stretch/>
        </p:blipFill>
        <p:spPr>
          <a:xfrm>
            <a:off x="5120640" y="3182112"/>
            <a:ext cx="1544762" cy="1721345"/>
          </a:xfrm>
          <a:prstGeom prst="rect">
            <a:avLst/>
          </a:prstGeom>
          <a:noFill/>
          <a:ln>
            <a:noFill/>
          </a:ln>
        </p:spPr>
      </p:pic>
      <p:sp>
        <p:nvSpPr>
          <p:cNvPr id="1065" name="Google Shape;1065;p4"/>
          <p:cNvSpPr/>
          <p:nvPr/>
        </p:nvSpPr>
        <p:spPr>
          <a:xfrm>
            <a:off x="3476446" y="3337560"/>
            <a:ext cx="713973" cy="657600"/>
          </a:xfrm>
          <a:prstGeom prst="leftRightArrow">
            <a:avLst>
              <a:gd fmla="val 50000" name="adj1"/>
              <a:gd fmla="val 50000" name="adj2"/>
            </a:avLst>
          </a:prstGeom>
          <a:solidFill>
            <a:srgbClr val="BDD9F1"/>
          </a:solidFill>
          <a:ln cap="flat" cmpd="sng" w="12700">
            <a:solidFill>
              <a:schemeClr val="dk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2000">
              <a:solidFill>
                <a:schemeClr val="dk1"/>
              </a:solidFill>
              <a:latin typeface="Verdana"/>
              <a:ea typeface="Verdana"/>
              <a:cs typeface="Verdana"/>
              <a:sym typeface="Verdana"/>
            </a:endParaRPr>
          </a:p>
        </p:txBody>
      </p:sp>
      <p:sp>
        <p:nvSpPr>
          <p:cNvPr id="1066" name="Google Shape;1066;p4"/>
          <p:cNvSpPr/>
          <p:nvPr/>
        </p:nvSpPr>
        <p:spPr>
          <a:xfrm>
            <a:off x="7480402" y="3337560"/>
            <a:ext cx="713973" cy="657600"/>
          </a:xfrm>
          <a:prstGeom prst="leftRightArrow">
            <a:avLst>
              <a:gd fmla="val 50000" name="adj1"/>
              <a:gd fmla="val 50000" name="adj2"/>
            </a:avLst>
          </a:prstGeom>
          <a:solidFill>
            <a:srgbClr val="BDD9F1"/>
          </a:solidFill>
          <a:ln cap="flat" cmpd="sng" w="12700">
            <a:solidFill>
              <a:schemeClr val="dk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2000">
              <a:solidFill>
                <a:schemeClr val="dk1"/>
              </a:solidFill>
              <a:latin typeface="Verdana"/>
              <a:ea typeface="Verdana"/>
              <a:cs typeface="Verdana"/>
              <a:sym typeface="Verdana"/>
            </a:endParaRPr>
          </a:p>
        </p:txBody>
      </p:sp>
      <p:sp>
        <p:nvSpPr>
          <p:cNvPr id="1067" name="Google Shape;1067;p4"/>
          <p:cNvSpPr txBox="1"/>
          <p:nvPr/>
        </p:nvSpPr>
        <p:spPr>
          <a:xfrm>
            <a:off x="338328" y="5770986"/>
            <a:ext cx="11725656" cy="789888"/>
          </a:xfrm>
          <a:prstGeom prst="rect">
            <a:avLst/>
          </a:prstGeom>
          <a:noFill/>
          <a:ln>
            <a:noFill/>
          </a:ln>
        </p:spPr>
        <p:txBody>
          <a:bodyPr anchorCtr="0" anchor="ctr" bIns="0" lIns="0" spcFirstLastPara="1" rIns="0" wrap="square" tIns="0">
            <a:normAutofit/>
          </a:bodyPr>
          <a:lstStyle/>
          <a:p>
            <a:pPr indent="0" lvl="0" marL="0" marR="0" rtl="0" algn="ctr">
              <a:lnSpc>
                <a:spcPct val="90000"/>
              </a:lnSpc>
              <a:spcBef>
                <a:spcPts val="0"/>
              </a:spcBef>
              <a:spcAft>
                <a:spcPts val="0"/>
              </a:spcAft>
              <a:buClr>
                <a:schemeClr val="dk2"/>
              </a:buClr>
              <a:buSzPts val="2400"/>
              <a:buFont typeface="Calibri"/>
              <a:buNone/>
            </a:pPr>
            <a:r>
              <a:rPr b="1" lang="en" sz="2000">
                <a:solidFill>
                  <a:schemeClr val="dk1"/>
                </a:solidFill>
                <a:latin typeface="Verdana"/>
                <a:ea typeface="Verdana"/>
                <a:cs typeface="Verdana"/>
                <a:sym typeface="Verdana"/>
              </a:rPr>
              <a:t>Leverage data in InterSystems IRIS through agent tools</a:t>
            </a:r>
            <a:endParaRPr/>
          </a:p>
        </p:txBody>
      </p:sp>
      <p:sp>
        <p:nvSpPr>
          <p:cNvPr id="1068" name="Google Shape;1068;p4"/>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Clr>
                <a:schemeClr val="dk2"/>
              </a:buClr>
              <a:buSzPts val="1200"/>
              <a:buFont typeface="Verdana"/>
              <a:buNone/>
            </a:pPr>
            <a:r>
              <a:rPr b="0" lang="en" sz="1000">
                <a:solidFill>
                  <a:schemeClr val="dk1"/>
                </a:solidFill>
                <a:latin typeface="Verdana"/>
                <a:ea typeface="Verdana"/>
                <a:cs typeface="Verdana"/>
                <a:sym typeface="Verdana"/>
              </a:rPr>
              <a:t>4</a:t>
            </a:r>
            <a:endParaRPr/>
          </a:p>
        </p:txBody>
      </p:sp>
      <p:sp>
        <p:nvSpPr>
          <p:cNvPr id="1069" name="Google Shape;1069;p4"/>
          <p:cNvSpPr txBox="1"/>
          <p:nvPr/>
        </p:nvSpPr>
        <p:spPr>
          <a:xfrm>
            <a:off x="4526280" y="5056632"/>
            <a:ext cx="2734056" cy="438912"/>
          </a:xfrm>
          <a:prstGeom prst="rect">
            <a:avLst/>
          </a:prstGeom>
          <a:noFill/>
          <a:ln>
            <a:noFill/>
          </a:ln>
        </p:spPr>
        <p:txBody>
          <a:bodyPr anchorCtr="0" anchor="ctr" bIns="0" lIns="0" spcFirstLastPara="1" rIns="0" wrap="square" tIns="0">
            <a:normAutofit/>
          </a:bodyPr>
          <a:lstStyle/>
          <a:p>
            <a:pPr indent="0" lvl="0" marL="0" marR="0" rtl="0" algn="ctr">
              <a:lnSpc>
                <a:spcPct val="90000"/>
              </a:lnSpc>
              <a:spcBef>
                <a:spcPts val="0"/>
              </a:spcBef>
              <a:spcAft>
                <a:spcPts val="0"/>
              </a:spcAft>
              <a:buClr>
                <a:schemeClr val="dk2"/>
              </a:buClr>
              <a:buSzPts val="1680"/>
              <a:buFont typeface="Calibri"/>
              <a:buNone/>
            </a:pPr>
            <a:r>
              <a:rPr lang="en" sz="1400">
                <a:solidFill>
                  <a:schemeClr val="dk1"/>
                </a:solidFill>
                <a:latin typeface="Verdana"/>
                <a:ea typeface="Verdana"/>
                <a:cs typeface="Verdana"/>
                <a:sym typeface="Verdana"/>
              </a:rPr>
              <a:t>Repeats based on the tool call result</a:t>
            </a:r>
            <a:endParaRPr/>
          </a:p>
        </p:txBody>
      </p:sp>
      <p:sp>
        <p:nvSpPr>
          <p:cNvPr id="1070" name="Google Shape;1070;p4"/>
          <p:cNvSpPr/>
          <p:nvPr/>
        </p:nvSpPr>
        <p:spPr>
          <a:xfrm>
            <a:off x="8346204" y="1781488"/>
            <a:ext cx="3027872" cy="3769743"/>
          </a:xfrm>
          <a:prstGeom prst="rect">
            <a:avLst/>
          </a:prstGeom>
          <a:noFill/>
          <a:ln cap="flat" cmpd="sng" w="38100">
            <a:solidFill>
              <a:schemeClr val="dk2"/>
            </a:solidFill>
            <a:prstDash val="dash"/>
            <a:miter lim="8000"/>
            <a:headEnd len="sm" w="sm" type="none"/>
            <a:tailEnd len="sm" w="sm" type="none"/>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2000">
              <a:solidFill>
                <a:schemeClr val="lt1"/>
              </a:solidFill>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5"/>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fontScale="90000"/>
          </a:bodyPr>
          <a:lstStyle/>
          <a:p>
            <a:pPr indent="0" lvl="0" marL="0" rtl="0" algn="l">
              <a:lnSpc>
                <a:spcPct val="100000"/>
              </a:lnSpc>
              <a:spcBef>
                <a:spcPts val="0"/>
              </a:spcBef>
              <a:spcAft>
                <a:spcPts val="0"/>
              </a:spcAft>
              <a:buClr>
                <a:schemeClr val="dk1"/>
              </a:buClr>
              <a:buSzPct val="100000"/>
              <a:buFont typeface="Verdana"/>
              <a:buNone/>
            </a:pPr>
            <a:r>
              <a:rPr lang="en" sz="2800">
                <a:latin typeface="Verdana"/>
                <a:ea typeface="Verdana"/>
                <a:cs typeface="Verdana"/>
                <a:sym typeface="Verdana"/>
              </a:rPr>
              <a:t>FHIR </a:t>
            </a:r>
            <a:r>
              <a:rPr lang="en">
                <a:latin typeface="Verdana"/>
                <a:ea typeface="Verdana"/>
                <a:cs typeface="Verdana"/>
                <a:sym typeface="Verdana"/>
              </a:rPr>
              <a:t>S</a:t>
            </a:r>
            <a:r>
              <a:rPr lang="en" sz="2800">
                <a:latin typeface="Verdana"/>
                <a:ea typeface="Verdana"/>
                <a:cs typeface="Verdana"/>
                <a:sym typeface="Verdana"/>
              </a:rPr>
              <a:t>erver for interoperability and/or storage layer</a:t>
            </a:r>
            <a:endParaRPr sz="2800">
              <a:latin typeface="Verdana"/>
              <a:ea typeface="Verdana"/>
              <a:cs typeface="Verdana"/>
              <a:sym typeface="Verdana"/>
            </a:endParaRPr>
          </a:p>
        </p:txBody>
      </p:sp>
      <p:sp>
        <p:nvSpPr>
          <p:cNvPr id="1076" name="Google Shape;1076;p5"/>
          <p:cNvSpPr txBox="1"/>
          <p:nvPr/>
        </p:nvSpPr>
        <p:spPr>
          <a:xfrm>
            <a:off x="914400" y="2057400"/>
            <a:ext cx="2880360" cy="777240"/>
          </a:xfrm>
          <a:prstGeom prst="rect">
            <a:avLst/>
          </a:prstGeom>
          <a:noFill/>
          <a:ln>
            <a:noFill/>
          </a:ln>
        </p:spPr>
        <p:txBody>
          <a:bodyPr anchorCtr="0" anchor="ctr" bIns="0" lIns="0" spcFirstLastPara="1" rIns="0" wrap="square" tIns="0">
            <a:normAutofit/>
          </a:bodyPr>
          <a:lstStyle/>
          <a:p>
            <a:pPr indent="0" lvl="0" marL="0" marR="0" rtl="0" algn="ctr">
              <a:lnSpc>
                <a:spcPct val="90000"/>
              </a:lnSpc>
              <a:spcBef>
                <a:spcPts val="0"/>
              </a:spcBef>
              <a:spcAft>
                <a:spcPts val="0"/>
              </a:spcAft>
              <a:buClr>
                <a:schemeClr val="dk2"/>
              </a:buClr>
              <a:buSzPts val="2400"/>
              <a:buFont typeface="Calibri"/>
              <a:buNone/>
            </a:pPr>
            <a:r>
              <a:rPr lang="en" sz="2000">
                <a:solidFill>
                  <a:schemeClr val="dk1"/>
                </a:solidFill>
                <a:latin typeface="Verdana"/>
                <a:ea typeface="Verdana"/>
                <a:cs typeface="Verdana"/>
                <a:sym typeface="Verdana"/>
              </a:rPr>
              <a:t>Other clinical</a:t>
            </a:r>
            <a:br>
              <a:rPr lang="en" sz="2000">
                <a:solidFill>
                  <a:schemeClr val="dk1"/>
                </a:solidFill>
                <a:latin typeface="Verdana"/>
                <a:ea typeface="Verdana"/>
                <a:cs typeface="Verdana"/>
                <a:sym typeface="Verdana"/>
              </a:rPr>
            </a:br>
            <a:r>
              <a:rPr lang="en" sz="2000">
                <a:solidFill>
                  <a:schemeClr val="dk1"/>
                </a:solidFill>
                <a:latin typeface="Verdana"/>
                <a:ea typeface="Verdana"/>
                <a:cs typeface="Verdana"/>
                <a:sym typeface="Verdana"/>
              </a:rPr>
              <a:t>systems</a:t>
            </a:r>
            <a:endParaRPr sz="2000">
              <a:solidFill>
                <a:schemeClr val="dk1"/>
              </a:solidFill>
              <a:latin typeface="Verdana"/>
              <a:ea typeface="Verdana"/>
              <a:cs typeface="Verdana"/>
              <a:sym typeface="Verdana"/>
            </a:endParaRPr>
          </a:p>
        </p:txBody>
      </p:sp>
      <p:sp>
        <p:nvSpPr>
          <p:cNvPr id="1077" name="Google Shape;1077;p5"/>
          <p:cNvSpPr txBox="1"/>
          <p:nvPr/>
        </p:nvSpPr>
        <p:spPr>
          <a:xfrm>
            <a:off x="4427043" y="2080260"/>
            <a:ext cx="2734056" cy="777240"/>
          </a:xfrm>
          <a:prstGeom prst="rect">
            <a:avLst/>
          </a:prstGeom>
          <a:noFill/>
          <a:ln>
            <a:noFill/>
          </a:ln>
        </p:spPr>
        <p:txBody>
          <a:bodyPr anchorCtr="0" anchor="ctr" bIns="0" lIns="0" spcFirstLastPara="1" rIns="0" wrap="square" tIns="0">
            <a:normAutofit/>
          </a:bodyPr>
          <a:lstStyle/>
          <a:p>
            <a:pPr indent="0" lvl="0" marL="0" marR="0" rtl="0" algn="ctr">
              <a:lnSpc>
                <a:spcPct val="90000"/>
              </a:lnSpc>
              <a:spcBef>
                <a:spcPts val="0"/>
              </a:spcBef>
              <a:spcAft>
                <a:spcPts val="0"/>
              </a:spcAft>
              <a:buClr>
                <a:schemeClr val="dk2"/>
              </a:buClr>
              <a:buSzPts val="2400"/>
              <a:buFont typeface="Calibri"/>
              <a:buNone/>
            </a:pPr>
            <a:r>
              <a:rPr lang="en" sz="2000">
                <a:solidFill>
                  <a:schemeClr val="dk1"/>
                </a:solidFill>
                <a:latin typeface="Verdana"/>
                <a:ea typeface="Verdana"/>
                <a:cs typeface="Verdana"/>
                <a:sym typeface="Verdana"/>
              </a:rPr>
              <a:t>FHIR server</a:t>
            </a:r>
            <a:endParaRPr/>
          </a:p>
        </p:txBody>
      </p:sp>
      <p:sp>
        <p:nvSpPr>
          <p:cNvPr id="1078" name="Google Shape;1078;p5"/>
          <p:cNvSpPr txBox="1"/>
          <p:nvPr/>
        </p:nvSpPr>
        <p:spPr>
          <a:xfrm>
            <a:off x="8321040" y="2057400"/>
            <a:ext cx="2880360" cy="77724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2"/>
              </a:buClr>
              <a:buSzPts val="2400"/>
              <a:buFont typeface="Calibri"/>
              <a:buNone/>
            </a:pPr>
            <a:r>
              <a:rPr lang="en" sz="2000">
                <a:solidFill>
                  <a:schemeClr val="dk1"/>
                </a:solidFill>
                <a:latin typeface="Verdana"/>
                <a:ea typeface="Verdana"/>
                <a:cs typeface="Verdana"/>
                <a:sym typeface="Verdana"/>
              </a:rPr>
              <a:t>Your solution</a:t>
            </a:r>
            <a:endParaRPr/>
          </a:p>
        </p:txBody>
      </p:sp>
      <p:sp>
        <p:nvSpPr>
          <p:cNvPr id="1079" name="Google Shape;1079;p5"/>
          <p:cNvSpPr/>
          <p:nvPr/>
        </p:nvSpPr>
        <p:spPr>
          <a:xfrm>
            <a:off x="3474720" y="3383280"/>
            <a:ext cx="713232" cy="548640"/>
          </a:xfrm>
          <a:prstGeom prst="leftRightArrow">
            <a:avLst>
              <a:gd fmla="val 50000" name="adj1"/>
              <a:gd fmla="val 50000" name="adj2"/>
            </a:avLst>
          </a:prstGeom>
          <a:solidFill>
            <a:srgbClr val="BDD9F1"/>
          </a:solidFill>
          <a:ln cap="flat" cmpd="sng" w="12700">
            <a:solidFill>
              <a:schemeClr val="dk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2000">
              <a:solidFill>
                <a:schemeClr val="dk1"/>
              </a:solidFill>
              <a:latin typeface="Verdana"/>
              <a:ea typeface="Verdana"/>
              <a:cs typeface="Verdana"/>
              <a:sym typeface="Verdana"/>
            </a:endParaRPr>
          </a:p>
        </p:txBody>
      </p:sp>
      <p:sp>
        <p:nvSpPr>
          <p:cNvPr id="1080" name="Google Shape;1080;p5"/>
          <p:cNvSpPr/>
          <p:nvPr/>
        </p:nvSpPr>
        <p:spPr>
          <a:xfrm>
            <a:off x="7479792" y="3383280"/>
            <a:ext cx="713232" cy="548640"/>
          </a:xfrm>
          <a:prstGeom prst="leftRightArrow">
            <a:avLst>
              <a:gd fmla="val 50000" name="adj1"/>
              <a:gd fmla="val 50000" name="adj2"/>
            </a:avLst>
          </a:prstGeom>
          <a:solidFill>
            <a:srgbClr val="BDD9F1"/>
          </a:solidFill>
          <a:ln cap="flat" cmpd="sng" w="12700">
            <a:solidFill>
              <a:schemeClr val="dk2"/>
            </a:solidFill>
            <a:prstDash val="solid"/>
            <a:miter lim="8000"/>
            <a:headEnd len="sm" w="sm" type="none"/>
            <a:tailEnd len="sm" w="sm" type="none"/>
          </a:ln>
        </p:spPr>
        <p:txBody>
          <a:bodyPr anchorCtr="0" anchor="t" bIns="90000" lIns="91425" spcFirstLastPara="1" rIns="91425" wrap="square" tIns="90000">
            <a:noAutofit/>
          </a:bodyPr>
          <a:lstStyle/>
          <a:p>
            <a:pPr indent="0" lvl="0" marL="0" marR="0" rtl="0" algn="l">
              <a:lnSpc>
                <a:spcPct val="90000"/>
              </a:lnSpc>
              <a:spcBef>
                <a:spcPts val="0"/>
              </a:spcBef>
              <a:spcAft>
                <a:spcPts val="0"/>
              </a:spcAft>
              <a:buNone/>
            </a:pPr>
            <a:r>
              <a:t/>
            </a:r>
            <a:endParaRPr sz="2000">
              <a:solidFill>
                <a:schemeClr val="dk1"/>
              </a:solidFill>
              <a:latin typeface="Verdana"/>
              <a:ea typeface="Verdana"/>
              <a:cs typeface="Verdana"/>
              <a:sym typeface="Verdana"/>
            </a:endParaRPr>
          </a:p>
        </p:txBody>
      </p:sp>
      <p:sp>
        <p:nvSpPr>
          <p:cNvPr id="1081" name="Google Shape;1081;p5"/>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Clr>
                <a:schemeClr val="dk2"/>
              </a:buClr>
              <a:buSzPts val="1200"/>
              <a:buFont typeface="Verdana"/>
              <a:buNone/>
            </a:pPr>
            <a:r>
              <a:rPr b="0" lang="en" sz="1000">
                <a:solidFill>
                  <a:schemeClr val="dk1"/>
                </a:solidFill>
                <a:latin typeface="Verdana"/>
                <a:ea typeface="Verdana"/>
                <a:cs typeface="Verdana"/>
                <a:sym typeface="Verdana"/>
              </a:rPr>
              <a:t>5</a:t>
            </a:r>
            <a:endParaRPr/>
          </a:p>
        </p:txBody>
      </p:sp>
      <p:pic>
        <p:nvPicPr>
          <p:cNvPr descr="4_7.png" id="1082" name="Google Shape;1082;p5"/>
          <p:cNvPicPr preferRelativeResize="0"/>
          <p:nvPr/>
        </p:nvPicPr>
        <p:blipFill rotWithShape="1">
          <a:blip r:embed="rId3">
            <a:alphaModFix/>
          </a:blip>
          <a:srcRect b="0" l="0" r="0" t="0"/>
          <a:stretch/>
        </p:blipFill>
        <p:spPr>
          <a:xfrm>
            <a:off x="9030534" y="3063240"/>
            <a:ext cx="1461371" cy="1325880"/>
          </a:xfrm>
          <a:prstGeom prst="rect">
            <a:avLst/>
          </a:prstGeom>
          <a:noFill/>
          <a:ln>
            <a:noFill/>
          </a:ln>
        </p:spPr>
      </p:pic>
      <p:sp>
        <p:nvSpPr>
          <p:cNvPr id="1083" name="Google Shape;1083;p5"/>
          <p:cNvSpPr txBox="1"/>
          <p:nvPr/>
        </p:nvSpPr>
        <p:spPr>
          <a:xfrm>
            <a:off x="548640" y="5349240"/>
            <a:ext cx="11064240" cy="960120"/>
          </a:xfrm>
          <a:prstGeom prst="rect">
            <a:avLst/>
          </a:prstGeom>
          <a:noFill/>
          <a:ln>
            <a:noFill/>
          </a:ln>
        </p:spPr>
        <p:txBody>
          <a:bodyPr anchorCtr="0" anchor="ctr" bIns="0" lIns="0" spcFirstLastPara="1" rIns="0" wrap="square" tIns="0">
            <a:normAutofit/>
          </a:bodyPr>
          <a:lstStyle/>
          <a:p>
            <a:pPr indent="0" lvl="0" marL="0" marR="0" rtl="0" algn="ctr">
              <a:lnSpc>
                <a:spcPct val="90000"/>
              </a:lnSpc>
              <a:spcBef>
                <a:spcPts val="0"/>
              </a:spcBef>
              <a:spcAft>
                <a:spcPts val="0"/>
              </a:spcAft>
              <a:buClr>
                <a:schemeClr val="dk2"/>
              </a:buClr>
              <a:buSzPts val="2400"/>
              <a:buFont typeface="Calibri"/>
              <a:buNone/>
            </a:pPr>
            <a:r>
              <a:rPr b="1" lang="en" sz="2000">
                <a:solidFill>
                  <a:schemeClr val="dk1"/>
                </a:solidFill>
                <a:latin typeface="Verdana"/>
                <a:ea typeface="Verdana"/>
                <a:cs typeface="Verdana"/>
                <a:sym typeface="Verdana"/>
              </a:rPr>
              <a:t>InterSystems IRIS FHIR server enables data exchange with other systems</a:t>
            </a:r>
            <a:br>
              <a:rPr b="1" lang="en" sz="2000">
                <a:solidFill>
                  <a:schemeClr val="dk1"/>
                </a:solidFill>
                <a:latin typeface="Verdana"/>
                <a:ea typeface="Verdana"/>
                <a:cs typeface="Verdana"/>
                <a:sym typeface="Verdana"/>
              </a:rPr>
            </a:br>
            <a:r>
              <a:rPr b="1" lang="en" sz="2000">
                <a:solidFill>
                  <a:schemeClr val="dk1"/>
                </a:solidFill>
                <a:latin typeface="Verdana"/>
                <a:ea typeface="Verdana"/>
                <a:cs typeface="Verdana"/>
                <a:sym typeface="Verdana"/>
              </a:rPr>
              <a:t>and can also serve as the solution’s storage layer.</a:t>
            </a:r>
            <a:endParaRPr/>
          </a:p>
        </p:txBody>
      </p:sp>
      <p:pic>
        <p:nvPicPr>
          <p:cNvPr descr="Intelligent chart review icon from user-provided Intersystems_icon_light.pptx" id="1084" name="Google Shape;1084;p5"/>
          <p:cNvPicPr preferRelativeResize="0"/>
          <p:nvPr/>
        </p:nvPicPr>
        <p:blipFill rotWithShape="1">
          <a:blip r:embed="rId4">
            <a:alphaModFix/>
          </a:blip>
          <a:srcRect b="0" l="0" r="0" t="0"/>
          <a:stretch/>
        </p:blipFill>
        <p:spPr>
          <a:xfrm>
            <a:off x="1494232" y="3017520"/>
            <a:ext cx="504543" cy="658368"/>
          </a:xfrm>
          <a:prstGeom prst="rect">
            <a:avLst/>
          </a:prstGeom>
          <a:noFill/>
          <a:ln>
            <a:noFill/>
          </a:ln>
        </p:spPr>
      </p:pic>
      <p:pic>
        <p:nvPicPr>
          <p:cNvPr descr="Health informatics platform icon from user-provided Intersystems_icon_light.pptx" id="1085" name="Google Shape;1085;p5"/>
          <p:cNvPicPr preferRelativeResize="0"/>
          <p:nvPr/>
        </p:nvPicPr>
        <p:blipFill rotWithShape="1">
          <a:blip r:embed="rId5">
            <a:alphaModFix/>
          </a:blip>
          <a:srcRect b="0" l="0" r="0" t="0"/>
          <a:stretch/>
        </p:blipFill>
        <p:spPr>
          <a:xfrm>
            <a:off x="2443970" y="3017520"/>
            <a:ext cx="507019" cy="658368"/>
          </a:xfrm>
          <a:prstGeom prst="rect">
            <a:avLst/>
          </a:prstGeom>
          <a:noFill/>
          <a:ln>
            <a:noFill/>
          </a:ln>
        </p:spPr>
      </p:pic>
      <p:pic>
        <p:nvPicPr>
          <p:cNvPr descr="Hospital icon from user-provided Intersystems_icon_light.pptx" id="1086" name="Google Shape;1086;p5"/>
          <p:cNvPicPr preferRelativeResize="0"/>
          <p:nvPr/>
        </p:nvPicPr>
        <p:blipFill rotWithShape="1">
          <a:blip r:embed="rId6">
            <a:alphaModFix/>
          </a:blip>
          <a:srcRect b="0" l="0" r="0" t="0"/>
          <a:stretch/>
        </p:blipFill>
        <p:spPr>
          <a:xfrm>
            <a:off x="1177124" y="3904488"/>
            <a:ext cx="535254" cy="694944"/>
          </a:xfrm>
          <a:prstGeom prst="rect">
            <a:avLst/>
          </a:prstGeom>
          <a:noFill/>
          <a:ln>
            <a:noFill/>
          </a:ln>
        </p:spPr>
      </p:pic>
      <p:pic>
        <p:nvPicPr>
          <p:cNvPr descr="Ambulance icon from user-provided Intersystems_icon_light.pptx" id="1087" name="Google Shape;1087;p5"/>
          <p:cNvPicPr preferRelativeResize="0"/>
          <p:nvPr/>
        </p:nvPicPr>
        <p:blipFill rotWithShape="1">
          <a:blip r:embed="rId7">
            <a:alphaModFix/>
          </a:blip>
          <a:srcRect b="0" l="0" r="0" t="0"/>
          <a:stretch/>
        </p:blipFill>
        <p:spPr>
          <a:xfrm>
            <a:off x="1860804" y="3981337"/>
            <a:ext cx="758952" cy="541244"/>
          </a:xfrm>
          <a:prstGeom prst="rect">
            <a:avLst/>
          </a:prstGeom>
          <a:noFill/>
          <a:ln>
            <a:noFill/>
          </a:ln>
        </p:spPr>
      </p:pic>
      <p:pic>
        <p:nvPicPr>
          <p:cNvPr descr="Clinical change icon from user-provided Intersystems_icon_light.pptx" id="1088" name="Google Shape;1088;p5"/>
          <p:cNvPicPr preferRelativeResize="0"/>
          <p:nvPr/>
        </p:nvPicPr>
        <p:blipFill rotWithShape="1">
          <a:blip r:embed="rId8">
            <a:alphaModFix/>
          </a:blip>
          <a:srcRect b="0" l="0" r="0" t="0"/>
          <a:stretch/>
        </p:blipFill>
        <p:spPr>
          <a:xfrm>
            <a:off x="2688336" y="3968525"/>
            <a:ext cx="640080" cy="566868"/>
          </a:xfrm>
          <a:prstGeom prst="rect">
            <a:avLst/>
          </a:prstGeom>
          <a:noFill/>
          <a:ln>
            <a:noFill/>
          </a:ln>
        </p:spPr>
      </p:pic>
      <p:sp>
        <p:nvSpPr>
          <p:cNvPr id="1089" name="Google Shape;1089;p5"/>
          <p:cNvSpPr/>
          <p:nvPr/>
        </p:nvSpPr>
        <p:spPr>
          <a:xfrm>
            <a:off x="5215110" y="3061263"/>
            <a:ext cx="1237524" cy="1414313"/>
          </a:xfrm>
          <a:prstGeom prst="rect">
            <a:avLst/>
          </a:prstGeom>
          <a:no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6"/>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p>
            <a:pPr indent="0" lvl="0" marL="0" rtl="0" algn="l">
              <a:lnSpc>
                <a:spcPct val="100000"/>
              </a:lnSpc>
              <a:spcBef>
                <a:spcPts val="0"/>
              </a:spcBef>
              <a:spcAft>
                <a:spcPts val="0"/>
              </a:spcAft>
              <a:buClr>
                <a:schemeClr val="dk1"/>
              </a:buClr>
              <a:buSzPts val="2800"/>
              <a:buFont typeface="Verdana"/>
              <a:buNone/>
            </a:pPr>
            <a:r>
              <a:rPr b="1" lang="en" sz="2800">
                <a:latin typeface="Verdana"/>
                <a:ea typeface="Verdana"/>
                <a:cs typeface="Verdana"/>
                <a:sym typeface="Verdana"/>
              </a:rPr>
              <a:t>Access to challenge data - Ostrava</a:t>
            </a:r>
            <a:endParaRPr b="1" sz="2800">
              <a:latin typeface="Verdana"/>
              <a:ea typeface="Verdana"/>
              <a:cs typeface="Verdana"/>
              <a:sym typeface="Verdana"/>
            </a:endParaRPr>
          </a:p>
        </p:txBody>
      </p:sp>
      <p:sp>
        <p:nvSpPr>
          <p:cNvPr id="1095" name="Google Shape;1095;p6"/>
          <p:cNvSpPr txBox="1"/>
          <p:nvPr/>
        </p:nvSpPr>
        <p:spPr>
          <a:xfrm>
            <a:off x="621792" y="1508760"/>
            <a:ext cx="1051560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2200">
                <a:solidFill>
                  <a:srgbClr val="000000"/>
                </a:solidFill>
                <a:latin typeface="Verdana"/>
                <a:ea typeface="Verdana"/>
                <a:cs typeface="Verdana"/>
                <a:sym typeface="Verdana"/>
              </a:rPr>
              <a:t>Two ways to request access to the datasets for your challenge</a:t>
            </a:r>
            <a:endParaRPr/>
          </a:p>
        </p:txBody>
      </p:sp>
      <p:sp>
        <p:nvSpPr>
          <p:cNvPr id="1096" name="Google Shape;1096;p6"/>
          <p:cNvSpPr txBox="1"/>
          <p:nvPr/>
        </p:nvSpPr>
        <p:spPr>
          <a:xfrm>
            <a:off x="621792" y="2651760"/>
            <a:ext cx="5029200" cy="7078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2300">
                <a:solidFill>
                  <a:srgbClr val="2F2A95"/>
                </a:solidFill>
                <a:latin typeface="Verdana"/>
                <a:ea typeface="Verdana"/>
                <a:cs typeface="Verdana"/>
                <a:sym typeface="Verdana"/>
              </a:rPr>
              <a:t>1. Contact an InterSystems mentor in person</a:t>
            </a:r>
            <a:endParaRPr/>
          </a:p>
        </p:txBody>
      </p:sp>
      <p:sp>
        <p:nvSpPr>
          <p:cNvPr id="1097" name="Google Shape;1097;p6"/>
          <p:cNvSpPr txBox="1"/>
          <p:nvPr/>
        </p:nvSpPr>
        <p:spPr>
          <a:xfrm>
            <a:off x="621792" y="3720620"/>
            <a:ext cx="4846320" cy="1508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2200">
                <a:solidFill>
                  <a:srgbClr val="000000"/>
                </a:solidFill>
                <a:latin typeface="Verdana"/>
                <a:ea typeface="Verdana"/>
                <a:cs typeface="Verdana"/>
                <a:sym typeface="Verdana"/>
              </a:rPr>
              <a:t>Speak to a mentor and ask for access to the data for your chosen challenge.</a:t>
            </a:r>
            <a:endParaRPr/>
          </a:p>
        </p:txBody>
      </p:sp>
      <p:sp>
        <p:nvSpPr>
          <p:cNvPr id="1098" name="Google Shape;1098;p6"/>
          <p:cNvSpPr txBox="1"/>
          <p:nvPr/>
        </p:nvSpPr>
        <p:spPr>
          <a:xfrm>
            <a:off x="6400800" y="2651760"/>
            <a:ext cx="5166360" cy="7078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2300">
                <a:solidFill>
                  <a:srgbClr val="2F2A95"/>
                </a:solidFill>
                <a:latin typeface="Verdana"/>
                <a:ea typeface="Verdana"/>
                <a:cs typeface="Verdana"/>
                <a:sym typeface="Verdana"/>
              </a:rPr>
              <a:t>2. Contact an InterSystems mentor on Slack</a:t>
            </a:r>
            <a:endParaRPr/>
          </a:p>
        </p:txBody>
      </p:sp>
      <p:sp>
        <p:nvSpPr>
          <p:cNvPr id="1099" name="Google Shape;1099;p6"/>
          <p:cNvSpPr txBox="1"/>
          <p:nvPr/>
        </p:nvSpPr>
        <p:spPr>
          <a:xfrm>
            <a:off x="6400800" y="3720620"/>
            <a:ext cx="4983480" cy="1508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2200">
                <a:solidFill>
                  <a:srgbClr val="000000"/>
                </a:solidFill>
                <a:latin typeface="Verdana"/>
                <a:ea typeface="Verdana"/>
                <a:cs typeface="Verdana"/>
                <a:sym typeface="Verdana"/>
              </a:rPr>
              <a:t>Message a mentor on Slack and specify which challenge data you need.</a:t>
            </a:r>
            <a:endParaRPr/>
          </a:p>
        </p:txBody>
      </p:sp>
      <p:sp>
        <p:nvSpPr>
          <p:cNvPr id="1100" name="Google Shape;1100;p6"/>
          <p:cNvSpPr txBox="1"/>
          <p:nvPr/>
        </p:nvSpPr>
        <p:spPr>
          <a:xfrm>
            <a:off x="11649456" y="6492240"/>
            <a:ext cx="36576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900">
                <a:solidFill>
                  <a:srgbClr val="000000"/>
                </a:solidFill>
                <a:latin typeface="Verdana"/>
                <a:ea typeface="Verdana"/>
                <a:cs typeface="Verdana"/>
                <a:sym typeface="Verdana"/>
              </a:rPr>
              <a:t>6</a:t>
            </a:r>
            <a:endParaRPr/>
          </a:p>
        </p:txBody>
      </p:sp>
      <p:sp>
        <p:nvSpPr>
          <p:cNvPr id="1101" name="Google Shape;1101;p6"/>
          <p:cNvSpPr txBox="1"/>
          <p:nvPr/>
        </p:nvSpPr>
        <p:spPr>
          <a:xfrm>
            <a:off x="621792" y="5623560"/>
            <a:ext cx="10515600"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 sz="2200">
                <a:solidFill>
                  <a:srgbClr val="000000"/>
                </a:solidFill>
                <a:latin typeface="Verdana"/>
                <a:ea typeface="Verdana"/>
                <a:cs typeface="Verdana"/>
                <a:sym typeface="Verdana"/>
              </a:rPr>
              <a:t>Data for the VZP challenges is available in Azure.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7"/>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p>
            <a:pPr indent="0" lvl="0" marL="0" rtl="0" algn="l">
              <a:lnSpc>
                <a:spcPct val="100000"/>
              </a:lnSpc>
              <a:spcBef>
                <a:spcPts val="0"/>
              </a:spcBef>
              <a:spcAft>
                <a:spcPts val="0"/>
              </a:spcAft>
              <a:buClr>
                <a:schemeClr val="dk1"/>
              </a:buClr>
              <a:buSzPts val="2800"/>
              <a:buFont typeface="Verdana"/>
              <a:buNone/>
            </a:pPr>
            <a:r>
              <a:rPr b="1" lang="en" sz="2800">
                <a:latin typeface="Verdana"/>
                <a:ea typeface="Verdana"/>
                <a:cs typeface="Verdana"/>
                <a:sym typeface="Verdana"/>
              </a:rPr>
              <a:t>Access to challenge data - Brno</a:t>
            </a:r>
            <a:endParaRPr b="1" sz="2800">
              <a:latin typeface="Verdana"/>
              <a:ea typeface="Verdana"/>
              <a:cs typeface="Verdana"/>
              <a:sym typeface="Verdana"/>
            </a:endParaRPr>
          </a:p>
        </p:txBody>
      </p:sp>
      <p:sp>
        <p:nvSpPr>
          <p:cNvPr id="1107" name="Google Shape;1107;p7"/>
          <p:cNvSpPr txBox="1"/>
          <p:nvPr/>
        </p:nvSpPr>
        <p:spPr>
          <a:xfrm>
            <a:off x="621792" y="1508760"/>
            <a:ext cx="10515600" cy="6771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2200">
                <a:solidFill>
                  <a:srgbClr val="000000"/>
                </a:solidFill>
                <a:latin typeface="Verdana"/>
                <a:ea typeface="Verdana"/>
                <a:cs typeface="Verdana"/>
                <a:sym typeface="Verdana"/>
              </a:rPr>
              <a:t>For Brno challenges, contact the </a:t>
            </a:r>
            <a:r>
              <a:rPr b="1" lang="en" sz="2200">
                <a:solidFill>
                  <a:srgbClr val="000000"/>
                </a:solidFill>
                <a:latin typeface="Verdana"/>
                <a:ea typeface="Verdana"/>
                <a:cs typeface="Verdana"/>
                <a:sym typeface="Verdana"/>
              </a:rPr>
              <a:t>challenge owners </a:t>
            </a:r>
            <a:r>
              <a:rPr b="0" lang="en" sz="2200">
                <a:solidFill>
                  <a:srgbClr val="000000"/>
                </a:solidFill>
                <a:latin typeface="Verdana"/>
                <a:ea typeface="Verdana"/>
                <a:cs typeface="Verdana"/>
                <a:sym typeface="Verdana"/>
              </a:rPr>
              <a:t>directly or their technical support team.</a:t>
            </a:r>
            <a:endParaRPr/>
          </a:p>
        </p:txBody>
      </p:sp>
      <p:sp>
        <p:nvSpPr>
          <p:cNvPr id="1108" name="Google Shape;1108;p7"/>
          <p:cNvSpPr txBox="1"/>
          <p:nvPr/>
        </p:nvSpPr>
        <p:spPr>
          <a:xfrm>
            <a:off x="621792" y="2651760"/>
            <a:ext cx="5029200" cy="7078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2300">
                <a:solidFill>
                  <a:srgbClr val="2F2A95"/>
                </a:solidFill>
                <a:latin typeface="Verdana"/>
                <a:ea typeface="Verdana"/>
                <a:cs typeface="Verdana"/>
                <a:sym typeface="Verdana"/>
              </a:rPr>
              <a:t>1. In person</a:t>
            </a:r>
            <a:endParaRPr/>
          </a:p>
        </p:txBody>
      </p:sp>
      <p:sp>
        <p:nvSpPr>
          <p:cNvPr id="1109" name="Google Shape;1109;p7"/>
          <p:cNvSpPr txBox="1"/>
          <p:nvPr/>
        </p:nvSpPr>
        <p:spPr>
          <a:xfrm>
            <a:off x="621792" y="3720620"/>
            <a:ext cx="4846320" cy="1508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2200">
                <a:solidFill>
                  <a:srgbClr val="000000"/>
                </a:solidFill>
                <a:latin typeface="Verdana"/>
                <a:ea typeface="Verdana"/>
                <a:cs typeface="Verdana"/>
                <a:sym typeface="Verdana"/>
              </a:rPr>
              <a:t>Ask the challenge owner or their technical support team for data access.</a:t>
            </a:r>
            <a:endParaRPr/>
          </a:p>
        </p:txBody>
      </p:sp>
      <p:sp>
        <p:nvSpPr>
          <p:cNvPr id="1110" name="Google Shape;1110;p7"/>
          <p:cNvSpPr txBox="1"/>
          <p:nvPr/>
        </p:nvSpPr>
        <p:spPr>
          <a:xfrm>
            <a:off x="6400800" y="2651760"/>
            <a:ext cx="5166360" cy="7078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2300">
                <a:solidFill>
                  <a:srgbClr val="2F2A95"/>
                </a:solidFill>
                <a:latin typeface="Verdana"/>
                <a:ea typeface="Verdana"/>
                <a:cs typeface="Verdana"/>
                <a:sym typeface="Verdana"/>
              </a:rPr>
              <a:t>2. On Slack</a:t>
            </a:r>
            <a:endParaRPr/>
          </a:p>
        </p:txBody>
      </p:sp>
      <p:sp>
        <p:nvSpPr>
          <p:cNvPr id="1111" name="Google Shape;1111;p7"/>
          <p:cNvSpPr txBox="1"/>
          <p:nvPr/>
        </p:nvSpPr>
        <p:spPr>
          <a:xfrm>
            <a:off x="6400800" y="3720620"/>
            <a:ext cx="4983480" cy="1508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2200">
                <a:solidFill>
                  <a:srgbClr val="000000"/>
                </a:solidFill>
                <a:latin typeface="Verdana"/>
                <a:ea typeface="Verdana"/>
                <a:cs typeface="Verdana"/>
                <a:sym typeface="Verdana"/>
              </a:rPr>
              <a:t>Message the challenge owner or their technical support team to request data access.</a:t>
            </a:r>
            <a:endParaRPr/>
          </a:p>
        </p:txBody>
      </p:sp>
      <p:sp>
        <p:nvSpPr>
          <p:cNvPr id="1112" name="Google Shape;1112;p7"/>
          <p:cNvSpPr txBox="1"/>
          <p:nvPr/>
        </p:nvSpPr>
        <p:spPr>
          <a:xfrm>
            <a:off x="11649456" y="6492240"/>
            <a:ext cx="36576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900">
                <a:solidFill>
                  <a:srgbClr val="000000"/>
                </a:solidFill>
                <a:latin typeface="Verdana"/>
                <a:ea typeface="Verdana"/>
                <a:cs typeface="Verdana"/>
                <a:sym typeface="Verdana"/>
              </a:rPr>
              <a:t>7</a:t>
            </a:r>
            <a:endParaRPr/>
          </a:p>
        </p:txBody>
      </p:sp>
      <p:sp>
        <p:nvSpPr>
          <p:cNvPr id="1113" name="Google Shape;1113;p7"/>
          <p:cNvSpPr txBox="1"/>
          <p:nvPr/>
        </p:nvSpPr>
        <p:spPr>
          <a:xfrm>
            <a:off x="621792" y="5623560"/>
            <a:ext cx="10515600"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 sz="2200">
                <a:solidFill>
                  <a:srgbClr val="000000"/>
                </a:solidFill>
                <a:latin typeface="Verdana"/>
                <a:ea typeface="Verdana"/>
                <a:cs typeface="Verdana"/>
                <a:sym typeface="Verdana"/>
              </a:rPr>
              <a:t>Data for the VZP challenges is available in Azure.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8"/>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p>
            <a:pPr indent="0" lvl="0" marL="0" rtl="0" algn="l">
              <a:lnSpc>
                <a:spcPct val="100000"/>
              </a:lnSpc>
              <a:spcBef>
                <a:spcPts val="0"/>
              </a:spcBef>
              <a:spcAft>
                <a:spcPts val="0"/>
              </a:spcAft>
              <a:buClr>
                <a:schemeClr val="dk1"/>
              </a:buClr>
              <a:buSzPts val="2800"/>
              <a:buFont typeface="Verdana"/>
              <a:buNone/>
            </a:pPr>
            <a:r>
              <a:rPr b="1" lang="en" sz="2800">
                <a:latin typeface="Verdana"/>
                <a:ea typeface="Verdana"/>
                <a:cs typeface="Verdana"/>
                <a:sym typeface="Verdana"/>
              </a:rPr>
              <a:t>Access to challenge data - Prague</a:t>
            </a:r>
            <a:endParaRPr b="1" sz="2800">
              <a:latin typeface="Verdana"/>
              <a:ea typeface="Verdana"/>
              <a:cs typeface="Verdana"/>
              <a:sym typeface="Verdana"/>
            </a:endParaRPr>
          </a:p>
        </p:txBody>
      </p:sp>
      <p:sp>
        <p:nvSpPr>
          <p:cNvPr id="1119" name="Google Shape;1119;p8"/>
          <p:cNvSpPr txBox="1"/>
          <p:nvPr/>
        </p:nvSpPr>
        <p:spPr>
          <a:xfrm>
            <a:off x="621792" y="1508760"/>
            <a:ext cx="10515600" cy="960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2200">
                <a:solidFill>
                  <a:srgbClr val="000000"/>
                </a:solidFill>
                <a:latin typeface="Verdana"/>
                <a:ea typeface="Verdana"/>
                <a:cs typeface="Verdana"/>
                <a:sym typeface="Verdana"/>
              </a:rPr>
              <a:t>The contact for data access depends on your chosen challenge.</a:t>
            </a:r>
            <a:endParaRPr/>
          </a:p>
        </p:txBody>
      </p:sp>
      <p:sp>
        <p:nvSpPr>
          <p:cNvPr id="1120" name="Google Shape;1120;p8"/>
          <p:cNvSpPr txBox="1"/>
          <p:nvPr/>
        </p:nvSpPr>
        <p:spPr>
          <a:xfrm>
            <a:off x="621792" y="2651760"/>
            <a:ext cx="5029200" cy="7078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2300">
                <a:solidFill>
                  <a:srgbClr val="2F2A95"/>
                </a:solidFill>
                <a:latin typeface="Verdana"/>
                <a:ea typeface="Verdana"/>
                <a:cs typeface="Verdana"/>
                <a:sym typeface="Verdana"/>
              </a:rPr>
              <a:t>Smart Onco AA and</a:t>
            </a:r>
            <a:br>
              <a:rPr b="1" lang="en" sz="2300">
                <a:solidFill>
                  <a:srgbClr val="2F2A95"/>
                </a:solidFill>
                <a:latin typeface="Verdana"/>
                <a:ea typeface="Verdana"/>
                <a:cs typeface="Verdana"/>
                <a:sym typeface="Verdana"/>
              </a:rPr>
            </a:br>
            <a:r>
              <a:rPr b="1" lang="en" sz="2300">
                <a:solidFill>
                  <a:srgbClr val="2F2A95"/>
                </a:solidFill>
                <a:latin typeface="Verdana"/>
                <a:ea typeface="Verdana"/>
                <a:cs typeface="Verdana"/>
                <a:sym typeface="Verdana"/>
              </a:rPr>
              <a:t>MDT Copilot</a:t>
            </a:r>
            <a:endParaRPr/>
          </a:p>
        </p:txBody>
      </p:sp>
      <p:sp>
        <p:nvSpPr>
          <p:cNvPr id="1121" name="Google Shape;1121;p8"/>
          <p:cNvSpPr txBox="1"/>
          <p:nvPr/>
        </p:nvSpPr>
        <p:spPr>
          <a:xfrm>
            <a:off x="621792" y="3720620"/>
            <a:ext cx="4846320" cy="135421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2200">
                <a:solidFill>
                  <a:srgbClr val="000000"/>
                </a:solidFill>
                <a:latin typeface="Verdana"/>
                <a:ea typeface="Verdana"/>
                <a:cs typeface="Verdana"/>
                <a:sym typeface="Verdana"/>
              </a:rPr>
              <a:t>Contact an </a:t>
            </a:r>
            <a:r>
              <a:rPr b="1" lang="en" sz="2200">
                <a:solidFill>
                  <a:srgbClr val="000000"/>
                </a:solidFill>
                <a:latin typeface="Verdana"/>
                <a:ea typeface="Verdana"/>
                <a:cs typeface="Verdana"/>
                <a:sym typeface="Verdana"/>
              </a:rPr>
              <a:t>InterSystems mentor </a:t>
            </a:r>
            <a:r>
              <a:rPr b="0" lang="en" sz="2200">
                <a:solidFill>
                  <a:srgbClr val="000000"/>
                </a:solidFill>
                <a:latin typeface="Verdana"/>
                <a:ea typeface="Verdana"/>
                <a:cs typeface="Verdana"/>
                <a:sym typeface="Verdana"/>
              </a:rPr>
              <a:t>in person or on Slack to request access to the challenge data.</a:t>
            </a:r>
            <a:endParaRPr/>
          </a:p>
        </p:txBody>
      </p:sp>
      <p:sp>
        <p:nvSpPr>
          <p:cNvPr id="1122" name="Google Shape;1122;p8"/>
          <p:cNvSpPr txBox="1"/>
          <p:nvPr/>
        </p:nvSpPr>
        <p:spPr>
          <a:xfrm>
            <a:off x="6400800" y="2651760"/>
            <a:ext cx="5166360" cy="7078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2300">
                <a:solidFill>
                  <a:srgbClr val="2F2A95"/>
                </a:solidFill>
                <a:latin typeface="Verdana"/>
                <a:ea typeface="Verdana"/>
                <a:cs typeface="Verdana"/>
                <a:sym typeface="Verdana"/>
              </a:rPr>
              <a:t>All other challenges</a:t>
            </a:r>
            <a:endParaRPr/>
          </a:p>
        </p:txBody>
      </p:sp>
      <p:sp>
        <p:nvSpPr>
          <p:cNvPr id="1123" name="Google Shape;1123;p8"/>
          <p:cNvSpPr txBox="1"/>
          <p:nvPr/>
        </p:nvSpPr>
        <p:spPr>
          <a:xfrm>
            <a:off x="6400800" y="3720620"/>
            <a:ext cx="4983480" cy="10156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2200">
                <a:solidFill>
                  <a:srgbClr val="000000"/>
                </a:solidFill>
                <a:latin typeface="Verdana"/>
                <a:ea typeface="Verdana"/>
                <a:cs typeface="Verdana"/>
                <a:sym typeface="Verdana"/>
              </a:rPr>
              <a:t>Contact the </a:t>
            </a:r>
            <a:r>
              <a:rPr b="1" lang="en" sz="2200">
                <a:solidFill>
                  <a:srgbClr val="000000"/>
                </a:solidFill>
                <a:latin typeface="Verdana"/>
                <a:ea typeface="Verdana"/>
                <a:cs typeface="Verdana"/>
                <a:sym typeface="Verdana"/>
              </a:rPr>
              <a:t>challenge authors </a:t>
            </a:r>
            <a:r>
              <a:rPr b="0" lang="en" sz="2200">
                <a:solidFill>
                  <a:srgbClr val="000000"/>
                </a:solidFill>
                <a:latin typeface="Verdana"/>
                <a:ea typeface="Verdana"/>
                <a:cs typeface="Verdana"/>
                <a:sym typeface="Verdana"/>
              </a:rPr>
              <a:t>directly or their technical support team to request data access.</a:t>
            </a:r>
            <a:endParaRPr/>
          </a:p>
        </p:txBody>
      </p:sp>
      <p:sp>
        <p:nvSpPr>
          <p:cNvPr id="1124" name="Google Shape;1124;p8"/>
          <p:cNvSpPr txBox="1"/>
          <p:nvPr/>
        </p:nvSpPr>
        <p:spPr>
          <a:xfrm>
            <a:off x="11649456" y="6492240"/>
            <a:ext cx="36576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900">
                <a:solidFill>
                  <a:srgbClr val="000000"/>
                </a:solidFill>
                <a:latin typeface="Verdana"/>
                <a:ea typeface="Verdana"/>
                <a:cs typeface="Verdana"/>
                <a:sym typeface="Verdana"/>
              </a:rPr>
              <a:t>8</a:t>
            </a:r>
            <a:endParaRPr/>
          </a:p>
        </p:txBody>
      </p:sp>
      <p:sp>
        <p:nvSpPr>
          <p:cNvPr id="1125" name="Google Shape;1125;p8"/>
          <p:cNvSpPr txBox="1"/>
          <p:nvPr/>
        </p:nvSpPr>
        <p:spPr>
          <a:xfrm>
            <a:off x="621792" y="5623560"/>
            <a:ext cx="10515600"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 sz="2200">
                <a:solidFill>
                  <a:srgbClr val="000000"/>
                </a:solidFill>
                <a:latin typeface="Verdana"/>
                <a:ea typeface="Verdana"/>
                <a:cs typeface="Verdana"/>
                <a:sym typeface="Verdana"/>
              </a:rPr>
              <a:t>Data for the VZP challenges is available in Azure.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9"/>
          <p:cNvSpPr txBox="1"/>
          <p:nvPr>
            <p:ph type="title"/>
          </p:nvPr>
        </p:nvSpPr>
        <p:spPr>
          <a:xfrm>
            <a:off x="546100" y="365125"/>
            <a:ext cx="10495943" cy="777875"/>
          </a:xfrm>
          <a:prstGeom prst="rect">
            <a:avLst/>
          </a:prstGeom>
          <a:noFill/>
          <a:ln>
            <a:noFill/>
          </a:ln>
        </p:spPr>
        <p:txBody>
          <a:bodyPr anchorCtr="0" anchor="t" bIns="0" lIns="0" spcFirstLastPara="1" rIns="0" wrap="square" tIns="176400">
            <a:normAutofit/>
          </a:bodyPr>
          <a:lstStyle/>
          <a:p>
            <a:pPr indent="0" lvl="0" marL="0" rtl="0" algn="l">
              <a:lnSpc>
                <a:spcPct val="100000"/>
              </a:lnSpc>
              <a:spcBef>
                <a:spcPts val="0"/>
              </a:spcBef>
              <a:spcAft>
                <a:spcPts val="0"/>
              </a:spcAft>
              <a:buClr>
                <a:schemeClr val="dk1"/>
              </a:buClr>
              <a:buSzPts val="2800"/>
              <a:buFont typeface="Verdana"/>
              <a:buNone/>
            </a:pPr>
            <a:r>
              <a:rPr b="1" lang="en" sz="2800">
                <a:latin typeface="Verdana"/>
                <a:ea typeface="Verdana"/>
                <a:cs typeface="Verdana"/>
                <a:sym typeface="Verdana"/>
              </a:rPr>
              <a:t>InterSystems mentors </a:t>
            </a:r>
            <a:r>
              <a:rPr b="1" lang="en">
                <a:latin typeface="Verdana"/>
                <a:ea typeface="Verdana"/>
                <a:cs typeface="Verdana"/>
                <a:sym typeface="Verdana"/>
              </a:rPr>
              <a:t>at Rakathon</a:t>
            </a:r>
            <a:endParaRPr b="1" sz="2800">
              <a:latin typeface="Verdana"/>
              <a:ea typeface="Verdana"/>
              <a:cs typeface="Verdana"/>
              <a:sym typeface="Verdana"/>
            </a:endParaRPr>
          </a:p>
        </p:txBody>
      </p:sp>
      <p:sp>
        <p:nvSpPr>
          <p:cNvPr id="1131" name="Google Shape;1131;p9"/>
          <p:cNvSpPr txBox="1"/>
          <p:nvPr>
            <p:ph idx="12" type="sldNum"/>
          </p:nvPr>
        </p:nvSpPr>
        <p:spPr>
          <a:xfrm>
            <a:off x="11649074" y="6492925"/>
            <a:ext cx="542925" cy="153888"/>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Clr>
                <a:schemeClr val="dk2"/>
              </a:buClr>
              <a:buSzPts val="1200"/>
              <a:buFont typeface="Verdana"/>
              <a:buNone/>
            </a:pPr>
            <a:r>
              <a:rPr b="0" lang="en" sz="1000">
                <a:solidFill>
                  <a:schemeClr val="dk1"/>
                </a:solidFill>
                <a:latin typeface="Verdana"/>
                <a:ea typeface="Verdana"/>
                <a:cs typeface="Verdana"/>
                <a:sym typeface="Verdana"/>
              </a:rPr>
              <a:t>25</a:t>
            </a:r>
            <a:endParaRPr/>
          </a:p>
        </p:txBody>
      </p:sp>
      <p:pic>
        <p:nvPicPr>
          <p:cNvPr descr="image-83abb4009c264210ec8b8fb5940ea6af.jpg" id="1132" name="Google Shape;1132;p9"/>
          <p:cNvPicPr preferRelativeResize="0"/>
          <p:nvPr/>
        </p:nvPicPr>
        <p:blipFill rotWithShape="1">
          <a:blip r:embed="rId3">
            <a:alphaModFix/>
          </a:blip>
          <a:srcRect b="0" l="0" r="0" t="0"/>
          <a:stretch/>
        </p:blipFill>
        <p:spPr>
          <a:xfrm>
            <a:off x="3154680" y="1417320"/>
            <a:ext cx="6080760" cy="3769266"/>
          </a:xfrm>
          <a:prstGeom prst="rect">
            <a:avLst/>
          </a:prstGeom>
          <a:noFill/>
          <a:ln>
            <a:noFill/>
          </a:ln>
        </p:spPr>
      </p:pic>
      <p:cxnSp>
        <p:nvCxnSpPr>
          <p:cNvPr id="1133" name="Google Shape;1133;p9"/>
          <p:cNvCxnSpPr/>
          <p:nvPr/>
        </p:nvCxnSpPr>
        <p:spPr>
          <a:xfrm>
            <a:off x="2834640" y="2907792"/>
            <a:ext cx="2423160" cy="0"/>
          </a:xfrm>
          <a:prstGeom prst="straightConnector1">
            <a:avLst/>
          </a:prstGeom>
          <a:noFill/>
          <a:ln cap="flat" cmpd="sng" w="19050">
            <a:solidFill>
              <a:srgbClr val="006990"/>
            </a:solidFill>
            <a:prstDash val="solid"/>
            <a:miter lim="8000"/>
            <a:headEnd len="sm" w="sm" type="none"/>
            <a:tailEnd len="sm" w="sm" type="none"/>
          </a:ln>
        </p:spPr>
      </p:cxnSp>
      <p:cxnSp>
        <p:nvCxnSpPr>
          <p:cNvPr id="1134" name="Google Shape;1134;p9"/>
          <p:cNvCxnSpPr/>
          <p:nvPr/>
        </p:nvCxnSpPr>
        <p:spPr>
          <a:xfrm>
            <a:off x="7242048" y="3922776"/>
            <a:ext cx="0" cy="1143000"/>
          </a:xfrm>
          <a:prstGeom prst="straightConnector1">
            <a:avLst/>
          </a:prstGeom>
          <a:noFill/>
          <a:ln cap="flat" cmpd="sng" w="19050">
            <a:solidFill>
              <a:srgbClr val="006990"/>
            </a:solidFill>
            <a:prstDash val="solid"/>
            <a:miter lim="8000"/>
            <a:headEnd len="sm" w="sm" type="none"/>
            <a:tailEnd len="sm" w="sm" type="none"/>
          </a:ln>
        </p:spPr>
      </p:cxnSp>
      <p:cxnSp>
        <p:nvCxnSpPr>
          <p:cNvPr id="1135" name="Google Shape;1135;p9"/>
          <p:cNvCxnSpPr/>
          <p:nvPr/>
        </p:nvCxnSpPr>
        <p:spPr>
          <a:xfrm>
            <a:off x="8558784" y="3127248"/>
            <a:ext cx="1344168" cy="0"/>
          </a:xfrm>
          <a:prstGeom prst="straightConnector1">
            <a:avLst/>
          </a:prstGeom>
          <a:noFill/>
          <a:ln cap="flat" cmpd="sng" w="19050">
            <a:solidFill>
              <a:srgbClr val="006990"/>
            </a:solidFill>
            <a:prstDash val="solid"/>
            <a:miter lim="8000"/>
            <a:headEnd len="sm" w="sm" type="none"/>
            <a:tailEnd len="sm" w="sm" type="none"/>
          </a:ln>
        </p:spPr>
      </p:cxnSp>
      <p:sp>
        <p:nvSpPr>
          <p:cNvPr id="1136" name="Google Shape;1136;p9"/>
          <p:cNvSpPr/>
          <p:nvPr/>
        </p:nvSpPr>
        <p:spPr>
          <a:xfrm>
            <a:off x="5193792" y="2843784"/>
            <a:ext cx="128016" cy="128016"/>
          </a:xfrm>
          <a:prstGeom prst="ellipse">
            <a:avLst/>
          </a:prstGeom>
          <a:solidFill>
            <a:srgbClr val="2F2A95"/>
          </a:solid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37" name="Google Shape;1137;p9"/>
          <p:cNvSpPr/>
          <p:nvPr/>
        </p:nvSpPr>
        <p:spPr>
          <a:xfrm>
            <a:off x="7178040" y="3858768"/>
            <a:ext cx="128016" cy="128016"/>
          </a:xfrm>
          <a:prstGeom prst="ellipse">
            <a:avLst/>
          </a:prstGeom>
          <a:solidFill>
            <a:srgbClr val="2F2A95"/>
          </a:solid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38" name="Google Shape;1138;p9"/>
          <p:cNvSpPr/>
          <p:nvPr/>
        </p:nvSpPr>
        <p:spPr>
          <a:xfrm>
            <a:off x="8494776" y="3063240"/>
            <a:ext cx="128016" cy="128016"/>
          </a:xfrm>
          <a:prstGeom prst="ellipse">
            <a:avLst/>
          </a:prstGeom>
          <a:solidFill>
            <a:srgbClr val="2F2A95"/>
          </a:solid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39" name="Google Shape;1139;p9"/>
          <p:cNvSpPr txBox="1"/>
          <p:nvPr/>
        </p:nvSpPr>
        <p:spPr>
          <a:xfrm>
            <a:off x="621792" y="1572768"/>
            <a:ext cx="2468880" cy="3231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2100">
                <a:solidFill>
                  <a:srgbClr val="2F2A95"/>
                </a:solidFill>
                <a:latin typeface="Verdana"/>
                <a:ea typeface="Verdana"/>
                <a:cs typeface="Verdana"/>
                <a:sym typeface="Verdana"/>
              </a:rPr>
              <a:t>Prague</a:t>
            </a:r>
            <a:endParaRPr/>
          </a:p>
        </p:txBody>
      </p:sp>
      <p:pic>
        <p:nvPicPr>
          <p:cNvPr descr="Gabriel Ing.jpg" id="1140" name="Google Shape;1140;p9"/>
          <p:cNvPicPr preferRelativeResize="0"/>
          <p:nvPr/>
        </p:nvPicPr>
        <p:blipFill rotWithShape="1">
          <a:blip r:embed="rId4">
            <a:alphaModFix/>
          </a:blip>
          <a:srcRect b="0" l="0" r="0" t="0"/>
          <a:stretch/>
        </p:blipFill>
        <p:spPr>
          <a:xfrm>
            <a:off x="1956816" y="2103120"/>
            <a:ext cx="1115568" cy="1115568"/>
          </a:xfrm>
          <a:prstGeom prst="ellipse">
            <a:avLst/>
          </a:prstGeom>
          <a:noFill/>
          <a:ln>
            <a:noFill/>
          </a:ln>
        </p:spPr>
      </p:pic>
      <p:sp>
        <p:nvSpPr>
          <p:cNvPr id="1141" name="Google Shape;1141;p9"/>
          <p:cNvSpPr txBox="1"/>
          <p:nvPr/>
        </p:nvSpPr>
        <p:spPr>
          <a:xfrm>
            <a:off x="502920" y="3364992"/>
            <a:ext cx="1389888" cy="49244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 sz="1600">
                <a:solidFill>
                  <a:srgbClr val="000000"/>
                </a:solidFill>
                <a:latin typeface="Verdana"/>
                <a:ea typeface="Verdana"/>
                <a:cs typeface="Verdana"/>
                <a:sym typeface="Verdana"/>
              </a:rPr>
              <a:t>Ondřej</a:t>
            </a:r>
            <a:br>
              <a:rPr lang="en" sz="1800">
                <a:solidFill>
                  <a:schemeClr val="dk1"/>
                </a:solidFill>
                <a:latin typeface="Verdana"/>
                <a:ea typeface="Verdana"/>
                <a:cs typeface="Verdana"/>
                <a:sym typeface="Verdana"/>
              </a:rPr>
            </a:br>
            <a:r>
              <a:rPr b="0" lang="en" sz="1600">
                <a:solidFill>
                  <a:srgbClr val="000000"/>
                </a:solidFill>
                <a:latin typeface="Verdana"/>
                <a:ea typeface="Verdana"/>
                <a:cs typeface="Verdana"/>
                <a:sym typeface="Verdana"/>
              </a:rPr>
              <a:t>Hoferek</a:t>
            </a:r>
            <a:endParaRPr/>
          </a:p>
        </p:txBody>
      </p:sp>
      <p:sp>
        <p:nvSpPr>
          <p:cNvPr id="1142" name="Google Shape;1142;p9"/>
          <p:cNvSpPr txBox="1"/>
          <p:nvPr/>
        </p:nvSpPr>
        <p:spPr>
          <a:xfrm>
            <a:off x="1819656" y="3364992"/>
            <a:ext cx="1389888" cy="49244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 sz="1600">
                <a:solidFill>
                  <a:srgbClr val="000000"/>
                </a:solidFill>
                <a:latin typeface="Verdana"/>
                <a:ea typeface="Verdana"/>
                <a:cs typeface="Verdana"/>
                <a:sym typeface="Verdana"/>
              </a:rPr>
              <a:t>Gabriel</a:t>
            </a:r>
            <a:br>
              <a:rPr lang="en" sz="1800">
                <a:solidFill>
                  <a:schemeClr val="dk1"/>
                </a:solidFill>
                <a:latin typeface="Verdana"/>
                <a:ea typeface="Verdana"/>
                <a:cs typeface="Verdana"/>
                <a:sym typeface="Verdana"/>
              </a:rPr>
            </a:br>
            <a:r>
              <a:rPr b="0" lang="en" sz="1600">
                <a:solidFill>
                  <a:srgbClr val="000000"/>
                </a:solidFill>
                <a:latin typeface="Verdana"/>
                <a:ea typeface="Verdana"/>
                <a:cs typeface="Verdana"/>
                <a:sym typeface="Verdana"/>
              </a:rPr>
              <a:t>Ing</a:t>
            </a:r>
            <a:endParaRPr/>
          </a:p>
        </p:txBody>
      </p:sp>
      <p:sp>
        <p:nvSpPr>
          <p:cNvPr id="1143" name="Google Shape;1143;p9"/>
          <p:cNvSpPr txBox="1"/>
          <p:nvPr/>
        </p:nvSpPr>
        <p:spPr>
          <a:xfrm>
            <a:off x="4690872" y="2441448"/>
            <a:ext cx="1188720"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800">
                <a:solidFill>
                  <a:srgbClr val="2F2A95"/>
                </a:solidFill>
                <a:latin typeface="Verdana"/>
                <a:ea typeface="Verdana"/>
                <a:cs typeface="Verdana"/>
                <a:sym typeface="Verdana"/>
              </a:rPr>
              <a:t>Prague</a:t>
            </a:r>
            <a:endParaRPr/>
          </a:p>
        </p:txBody>
      </p:sp>
      <p:sp>
        <p:nvSpPr>
          <p:cNvPr id="1144" name="Google Shape;1144;p9"/>
          <p:cNvSpPr txBox="1"/>
          <p:nvPr/>
        </p:nvSpPr>
        <p:spPr>
          <a:xfrm>
            <a:off x="6565392" y="3995928"/>
            <a:ext cx="1188720"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800">
                <a:solidFill>
                  <a:srgbClr val="2F2A95"/>
                </a:solidFill>
                <a:latin typeface="Verdana"/>
                <a:ea typeface="Verdana"/>
                <a:cs typeface="Verdana"/>
                <a:sym typeface="Verdana"/>
              </a:rPr>
              <a:t>Brno</a:t>
            </a:r>
            <a:endParaRPr/>
          </a:p>
        </p:txBody>
      </p:sp>
      <p:sp>
        <p:nvSpPr>
          <p:cNvPr id="1145" name="Google Shape;1145;p9"/>
          <p:cNvSpPr txBox="1"/>
          <p:nvPr/>
        </p:nvSpPr>
        <p:spPr>
          <a:xfrm>
            <a:off x="7644383" y="2633472"/>
            <a:ext cx="1645920"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800">
                <a:solidFill>
                  <a:srgbClr val="2F2A95"/>
                </a:solidFill>
                <a:latin typeface="Verdana"/>
                <a:ea typeface="Verdana"/>
                <a:cs typeface="Verdana"/>
                <a:sym typeface="Verdana"/>
              </a:rPr>
              <a:t>Ostrava</a:t>
            </a:r>
            <a:endParaRPr/>
          </a:p>
        </p:txBody>
      </p:sp>
      <p:sp>
        <p:nvSpPr>
          <p:cNvPr id="1146" name="Google Shape;1146;p9"/>
          <p:cNvSpPr txBox="1"/>
          <p:nvPr/>
        </p:nvSpPr>
        <p:spPr>
          <a:xfrm>
            <a:off x="9976104" y="1572768"/>
            <a:ext cx="1691640" cy="3231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2100">
                <a:solidFill>
                  <a:srgbClr val="2F2A95"/>
                </a:solidFill>
                <a:latin typeface="Verdana"/>
                <a:ea typeface="Verdana"/>
                <a:cs typeface="Verdana"/>
                <a:sym typeface="Verdana"/>
              </a:rPr>
              <a:t>Ostrava</a:t>
            </a:r>
            <a:endParaRPr/>
          </a:p>
        </p:txBody>
      </p:sp>
      <p:pic>
        <p:nvPicPr>
          <p:cNvPr descr="InterSystems - D. Kutáč - foto.jpeg" id="1147" name="Google Shape;1147;p9"/>
          <p:cNvPicPr preferRelativeResize="0"/>
          <p:nvPr/>
        </p:nvPicPr>
        <p:blipFill rotWithShape="1">
          <a:blip r:embed="rId5">
            <a:alphaModFix/>
          </a:blip>
          <a:srcRect b="0" l="2531" r="2531" t="0"/>
          <a:stretch/>
        </p:blipFill>
        <p:spPr>
          <a:xfrm>
            <a:off x="10094976" y="2103120"/>
            <a:ext cx="1234440" cy="1234440"/>
          </a:xfrm>
          <a:prstGeom prst="ellipse">
            <a:avLst/>
          </a:prstGeom>
          <a:noFill/>
          <a:ln>
            <a:noFill/>
          </a:ln>
        </p:spPr>
      </p:pic>
      <p:sp>
        <p:nvSpPr>
          <p:cNvPr id="1148" name="Google Shape;1148;p9"/>
          <p:cNvSpPr txBox="1"/>
          <p:nvPr/>
        </p:nvSpPr>
        <p:spPr>
          <a:xfrm>
            <a:off x="9628632" y="3483864"/>
            <a:ext cx="2167128"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 sz="1600">
                <a:solidFill>
                  <a:srgbClr val="000000"/>
                </a:solidFill>
                <a:latin typeface="Verdana"/>
                <a:ea typeface="Verdana"/>
                <a:cs typeface="Verdana"/>
                <a:sym typeface="Verdana"/>
              </a:rPr>
              <a:t>Daniel Kutáč</a:t>
            </a:r>
            <a:endParaRPr/>
          </a:p>
        </p:txBody>
      </p:sp>
      <p:sp>
        <p:nvSpPr>
          <p:cNvPr id="1149" name="Google Shape;1149;p9"/>
          <p:cNvSpPr txBox="1"/>
          <p:nvPr/>
        </p:nvSpPr>
        <p:spPr>
          <a:xfrm>
            <a:off x="9743055" y="4727447"/>
            <a:ext cx="1051560" cy="3231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2100">
                <a:solidFill>
                  <a:srgbClr val="2F2A95"/>
                </a:solidFill>
                <a:latin typeface="Verdana"/>
                <a:ea typeface="Verdana"/>
                <a:cs typeface="Verdana"/>
                <a:sym typeface="Verdana"/>
              </a:rPr>
              <a:t>Brno</a:t>
            </a:r>
            <a:endParaRPr/>
          </a:p>
        </p:txBody>
      </p:sp>
      <p:pic>
        <p:nvPicPr>
          <p:cNvPr descr="Daniil Drozdov.png" id="1150" name="Google Shape;1150;p9"/>
          <p:cNvPicPr preferRelativeResize="0"/>
          <p:nvPr/>
        </p:nvPicPr>
        <p:blipFill rotWithShape="1">
          <a:blip r:embed="rId6">
            <a:alphaModFix/>
          </a:blip>
          <a:srcRect b="0" l="0" r="0" t="0"/>
          <a:stretch/>
        </p:blipFill>
        <p:spPr>
          <a:xfrm>
            <a:off x="8741664" y="5184648"/>
            <a:ext cx="1042415" cy="1042415"/>
          </a:xfrm>
          <a:prstGeom prst="ellipse">
            <a:avLst/>
          </a:prstGeom>
          <a:noFill/>
          <a:ln>
            <a:noFill/>
          </a:ln>
        </p:spPr>
      </p:pic>
      <p:sp>
        <p:nvSpPr>
          <p:cNvPr id="1151" name="Google Shape;1151;p9"/>
          <p:cNvSpPr txBox="1"/>
          <p:nvPr/>
        </p:nvSpPr>
        <p:spPr>
          <a:xfrm>
            <a:off x="9930384" y="5385816"/>
            <a:ext cx="1572768"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1600">
                <a:solidFill>
                  <a:srgbClr val="000000"/>
                </a:solidFill>
                <a:latin typeface="Verdana"/>
                <a:ea typeface="Verdana"/>
                <a:cs typeface="Verdana"/>
                <a:sym typeface="Verdana"/>
              </a:rPr>
              <a:t>Daniil</a:t>
            </a:r>
            <a:br>
              <a:rPr lang="en" sz="1800">
                <a:solidFill>
                  <a:schemeClr val="dk1"/>
                </a:solidFill>
                <a:latin typeface="Verdana"/>
                <a:ea typeface="Verdana"/>
                <a:cs typeface="Verdana"/>
                <a:sym typeface="Verdana"/>
              </a:rPr>
            </a:br>
            <a:r>
              <a:rPr b="0" lang="en" sz="1600">
                <a:solidFill>
                  <a:srgbClr val="000000"/>
                </a:solidFill>
                <a:latin typeface="Verdana"/>
                <a:ea typeface="Verdana"/>
                <a:cs typeface="Verdana"/>
                <a:sym typeface="Verdana"/>
              </a:rPr>
              <a:t>Drozdov</a:t>
            </a:r>
            <a:endParaRPr/>
          </a:p>
        </p:txBody>
      </p:sp>
      <p:pic>
        <p:nvPicPr>
          <p:cNvPr descr="Thomas Dyar.png" id="1152" name="Google Shape;1152;p9"/>
          <p:cNvPicPr preferRelativeResize="0"/>
          <p:nvPr/>
        </p:nvPicPr>
        <p:blipFill rotWithShape="1">
          <a:blip r:embed="rId7">
            <a:alphaModFix/>
          </a:blip>
          <a:srcRect b="0" l="0" r="0" t="0"/>
          <a:stretch/>
        </p:blipFill>
        <p:spPr>
          <a:xfrm>
            <a:off x="5852160" y="5184648"/>
            <a:ext cx="1042415" cy="1042415"/>
          </a:xfrm>
          <a:prstGeom prst="ellipse">
            <a:avLst/>
          </a:prstGeom>
          <a:noFill/>
          <a:ln>
            <a:noFill/>
          </a:ln>
        </p:spPr>
      </p:pic>
      <p:sp>
        <p:nvSpPr>
          <p:cNvPr id="1153" name="Google Shape;1153;p9"/>
          <p:cNvSpPr txBox="1"/>
          <p:nvPr/>
        </p:nvSpPr>
        <p:spPr>
          <a:xfrm>
            <a:off x="7031736" y="5385816"/>
            <a:ext cx="1572768"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1600">
                <a:solidFill>
                  <a:srgbClr val="000000"/>
                </a:solidFill>
                <a:latin typeface="Verdana"/>
                <a:ea typeface="Verdana"/>
                <a:cs typeface="Verdana"/>
                <a:sym typeface="Verdana"/>
              </a:rPr>
              <a:t>Thomas</a:t>
            </a:r>
            <a:br>
              <a:rPr lang="en" sz="1800">
                <a:solidFill>
                  <a:schemeClr val="dk1"/>
                </a:solidFill>
                <a:latin typeface="Verdana"/>
                <a:ea typeface="Verdana"/>
                <a:cs typeface="Verdana"/>
                <a:sym typeface="Verdana"/>
              </a:rPr>
            </a:br>
            <a:r>
              <a:rPr b="0" lang="en" sz="1600">
                <a:solidFill>
                  <a:srgbClr val="000000"/>
                </a:solidFill>
                <a:latin typeface="Verdana"/>
                <a:ea typeface="Verdana"/>
                <a:cs typeface="Verdana"/>
                <a:sym typeface="Verdana"/>
              </a:rPr>
              <a:t>Dyar</a:t>
            </a:r>
            <a:endParaRPr/>
          </a:p>
        </p:txBody>
      </p:sp>
      <p:pic>
        <p:nvPicPr>
          <p:cNvPr descr="Ondřej Hoferek" id="1154" name="Google Shape;1154;p9"/>
          <p:cNvPicPr preferRelativeResize="0"/>
          <p:nvPr/>
        </p:nvPicPr>
        <p:blipFill rotWithShape="1">
          <a:blip r:embed="rId8">
            <a:alphaModFix/>
          </a:blip>
          <a:srcRect b="13625" l="0" r="0" t="2000"/>
          <a:stretch/>
        </p:blipFill>
        <p:spPr>
          <a:xfrm>
            <a:off x="640080" y="2103120"/>
            <a:ext cx="1115568" cy="1115568"/>
          </a:xfrm>
          <a:prstGeom prst="ellipse">
            <a:avLst/>
          </a:prstGeom>
          <a:noFill/>
          <a:ln>
            <a:noFill/>
          </a:ln>
        </p:spPr>
      </p:pic>
      <p:pic>
        <p:nvPicPr>
          <p:cNvPr descr="Ondřej Hoferek" id="1155" name="Google Shape;1155;p9"/>
          <p:cNvPicPr preferRelativeResize="0"/>
          <p:nvPr/>
        </p:nvPicPr>
        <p:blipFill rotWithShape="1">
          <a:blip r:embed="rId8">
            <a:alphaModFix/>
          </a:blip>
          <a:srcRect b="13625" l="0" r="0" t="2000"/>
          <a:stretch/>
        </p:blipFill>
        <p:spPr>
          <a:xfrm>
            <a:off x="640080" y="2103120"/>
            <a:ext cx="1115568" cy="1115568"/>
          </a:xfrm>
          <a:prstGeom prst="ellipse">
            <a:avLst/>
          </a:prstGeom>
          <a:noFill/>
          <a:ln>
            <a:noFill/>
          </a:ln>
        </p:spPr>
      </p:pic>
      <p:sp>
        <p:nvSpPr>
          <p:cNvPr id="1156" name="Google Shape;1156;p9"/>
          <p:cNvSpPr txBox="1"/>
          <p:nvPr/>
        </p:nvSpPr>
        <p:spPr>
          <a:xfrm>
            <a:off x="621792" y="4187952"/>
            <a:ext cx="3337560"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800">
                <a:solidFill>
                  <a:srgbClr val="2F2A95"/>
                </a:solidFill>
                <a:latin typeface="Verdana"/>
                <a:ea typeface="Verdana"/>
                <a:cs typeface="Verdana"/>
                <a:sym typeface="Verdana"/>
              </a:rPr>
              <a:t>Online mentors</a:t>
            </a:r>
            <a:endParaRPr b="1" sz="1800">
              <a:solidFill>
                <a:srgbClr val="2F2A95"/>
              </a:solidFill>
              <a:latin typeface="Verdana"/>
              <a:ea typeface="Verdana"/>
              <a:cs typeface="Verdana"/>
              <a:sym typeface="Verdana"/>
            </a:endParaRPr>
          </a:p>
        </p:txBody>
      </p:sp>
      <p:sp>
        <p:nvSpPr>
          <p:cNvPr id="1157" name="Google Shape;1157;p9"/>
          <p:cNvSpPr txBox="1"/>
          <p:nvPr/>
        </p:nvSpPr>
        <p:spPr>
          <a:xfrm>
            <a:off x="621792" y="4517136"/>
            <a:ext cx="333756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1200">
                <a:solidFill>
                  <a:srgbClr val="000000"/>
                </a:solidFill>
                <a:latin typeface="Verdana"/>
                <a:ea typeface="Verdana"/>
                <a:cs typeface="Verdana"/>
                <a:sym typeface="Verdana"/>
              </a:rPr>
              <a:t>24/7 Help &amp; Coverage</a:t>
            </a:r>
            <a:endParaRPr/>
          </a:p>
        </p:txBody>
      </p:sp>
      <p:sp>
        <p:nvSpPr>
          <p:cNvPr id="1158" name="Google Shape;1158;p9"/>
          <p:cNvSpPr txBox="1"/>
          <p:nvPr/>
        </p:nvSpPr>
        <p:spPr>
          <a:xfrm>
            <a:off x="621792" y="4892040"/>
            <a:ext cx="333756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1400">
                <a:solidFill>
                  <a:srgbClr val="000000"/>
                </a:solidFill>
                <a:latin typeface="Verdana"/>
                <a:ea typeface="Verdana"/>
                <a:cs typeface="Verdana"/>
                <a:sym typeface="Verdana"/>
              </a:rPr>
              <a:t>Henry Hamon Pereira</a:t>
            </a:r>
            <a:endParaRPr/>
          </a:p>
        </p:txBody>
      </p:sp>
      <p:sp>
        <p:nvSpPr>
          <p:cNvPr id="1159" name="Google Shape;1159;p9"/>
          <p:cNvSpPr txBox="1"/>
          <p:nvPr/>
        </p:nvSpPr>
        <p:spPr>
          <a:xfrm>
            <a:off x="621792" y="5138927"/>
            <a:ext cx="333756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1200">
                <a:solidFill>
                  <a:srgbClr val="000000"/>
                </a:solidFill>
                <a:latin typeface="Verdana"/>
                <a:ea typeface="Verdana"/>
                <a:cs typeface="Verdana"/>
                <a:sym typeface="Verdana"/>
              </a:rPr>
              <a:t>Fri 20:00 – 24:00</a:t>
            </a:r>
            <a:endParaRPr/>
          </a:p>
        </p:txBody>
      </p:sp>
      <p:sp>
        <p:nvSpPr>
          <p:cNvPr id="1160" name="Google Shape;1160;p9"/>
          <p:cNvSpPr txBox="1"/>
          <p:nvPr/>
        </p:nvSpPr>
        <p:spPr>
          <a:xfrm>
            <a:off x="621792" y="5394960"/>
            <a:ext cx="333756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1400">
                <a:solidFill>
                  <a:srgbClr val="000000"/>
                </a:solidFill>
                <a:latin typeface="Verdana"/>
                <a:ea typeface="Verdana"/>
                <a:cs typeface="Verdana"/>
                <a:sym typeface="Verdana"/>
              </a:rPr>
              <a:t>José Roberto Pereira</a:t>
            </a:r>
            <a:endParaRPr/>
          </a:p>
        </p:txBody>
      </p:sp>
      <p:sp>
        <p:nvSpPr>
          <p:cNvPr id="1161" name="Google Shape;1161;p9"/>
          <p:cNvSpPr txBox="1"/>
          <p:nvPr/>
        </p:nvSpPr>
        <p:spPr>
          <a:xfrm>
            <a:off x="621792" y="5641848"/>
            <a:ext cx="333756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1200">
                <a:solidFill>
                  <a:srgbClr val="000000"/>
                </a:solidFill>
                <a:latin typeface="Verdana"/>
                <a:ea typeface="Verdana"/>
                <a:cs typeface="Verdana"/>
                <a:sym typeface="Verdana"/>
              </a:rPr>
              <a:t>Sat 0:00 – 4:00</a:t>
            </a:r>
            <a:endParaRPr/>
          </a:p>
        </p:txBody>
      </p:sp>
      <p:sp>
        <p:nvSpPr>
          <p:cNvPr id="1162" name="Google Shape;1162;p9"/>
          <p:cNvSpPr txBox="1"/>
          <p:nvPr/>
        </p:nvSpPr>
        <p:spPr>
          <a:xfrm>
            <a:off x="621792" y="5897880"/>
            <a:ext cx="333756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1400">
                <a:solidFill>
                  <a:srgbClr val="000000"/>
                </a:solidFill>
                <a:latin typeface="Verdana"/>
                <a:ea typeface="Verdana"/>
                <a:cs typeface="Verdana"/>
                <a:sym typeface="Verdana"/>
              </a:rPr>
              <a:t>Semen Makarov</a:t>
            </a:r>
            <a:endParaRPr/>
          </a:p>
        </p:txBody>
      </p:sp>
      <p:sp>
        <p:nvSpPr>
          <p:cNvPr id="1163" name="Google Shape;1163;p9"/>
          <p:cNvSpPr txBox="1"/>
          <p:nvPr/>
        </p:nvSpPr>
        <p:spPr>
          <a:xfrm>
            <a:off x="621792" y="6144768"/>
            <a:ext cx="333756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200">
                <a:solidFill>
                  <a:srgbClr val="000000"/>
                </a:solidFill>
                <a:latin typeface="Verdana"/>
                <a:ea typeface="Verdana"/>
                <a:cs typeface="Verdana"/>
                <a:sym typeface="Verdana"/>
              </a:rPr>
              <a:t>Sat 4:00 – 8:00</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8" name="Shape 1168"/>
        <p:cNvGrpSpPr/>
        <p:nvPr/>
      </p:nvGrpSpPr>
      <p:grpSpPr>
        <a:xfrm>
          <a:off x="0" y="0"/>
          <a:ext cx="0" cy="0"/>
          <a:chOff x="0" y="0"/>
          <a:chExt cx="0" cy="0"/>
        </a:xfrm>
      </p:grpSpPr>
      <p:sp>
        <p:nvSpPr>
          <p:cNvPr id="1169" name="Google Shape;1169;p10"/>
          <p:cNvSpPr txBox="1"/>
          <p:nvPr/>
        </p:nvSpPr>
        <p:spPr>
          <a:xfrm>
            <a:off x="612842" y="1741250"/>
            <a:ext cx="6527260" cy="1225685"/>
          </a:xfrm>
          <a:prstGeom prst="rect">
            <a:avLst/>
          </a:prstGeom>
          <a:noFill/>
          <a:ln>
            <a:noFill/>
          </a:ln>
        </p:spPr>
        <p:txBody>
          <a:bodyPr anchorCtr="0" anchor="t" bIns="0" lIns="0" spcFirstLastPara="1" rIns="90000" wrap="square" tIns="0">
            <a:noAutofit/>
          </a:bodyPr>
          <a:lstStyle/>
          <a:p>
            <a:pPr indent="0" lvl="0" marL="0" marR="0" rtl="0" algn="l">
              <a:lnSpc>
                <a:spcPct val="90000"/>
              </a:lnSpc>
              <a:spcBef>
                <a:spcPts val="0"/>
              </a:spcBef>
              <a:spcAft>
                <a:spcPts val="0"/>
              </a:spcAft>
              <a:buNone/>
            </a:pPr>
            <a:r>
              <a:rPr lang="en" sz="2800">
                <a:solidFill>
                  <a:schemeClr val="dk1"/>
                </a:solidFill>
                <a:latin typeface="Verdana"/>
                <a:ea typeface="Verdana"/>
                <a:cs typeface="Verdana"/>
                <a:sym typeface="Verdana"/>
              </a:rPr>
              <a:t>You can find us ... </a:t>
            </a:r>
            <a:endParaRPr/>
          </a:p>
        </p:txBody>
      </p:sp>
      <p:pic>
        <p:nvPicPr>
          <p:cNvPr descr="A blue and green text on a white background&#10;&#10;Description automatically generated" id="1170" name="Google Shape;1170;p10"/>
          <p:cNvPicPr preferRelativeResize="0"/>
          <p:nvPr/>
        </p:nvPicPr>
        <p:blipFill rotWithShape="1">
          <a:blip r:embed="rId3">
            <a:alphaModFix/>
          </a:blip>
          <a:srcRect b="0" l="0" r="88126" t="0"/>
          <a:stretch/>
        </p:blipFill>
        <p:spPr>
          <a:xfrm>
            <a:off x="585890" y="2799796"/>
            <a:ext cx="426808" cy="860246"/>
          </a:xfrm>
          <a:prstGeom prst="rect">
            <a:avLst/>
          </a:prstGeom>
          <a:noFill/>
          <a:ln>
            <a:noFill/>
          </a:ln>
        </p:spPr>
      </p:pic>
      <p:sp>
        <p:nvSpPr>
          <p:cNvPr id="1171" name="Google Shape;1171;p10"/>
          <p:cNvSpPr txBox="1"/>
          <p:nvPr/>
        </p:nvSpPr>
        <p:spPr>
          <a:xfrm>
            <a:off x="1449421" y="3069076"/>
            <a:ext cx="5690681" cy="719848"/>
          </a:xfrm>
          <a:prstGeom prst="rect">
            <a:avLst/>
          </a:prstGeom>
          <a:noFill/>
          <a:ln>
            <a:noFill/>
          </a:ln>
        </p:spPr>
        <p:txBody>
          <a:bodyPr anchorCtr="0" anchor="t" bIns="0" lIns="0" spcFirstLastPara="1" rIns="90000" wrap="square" tIns="0">
            <a:noAutofit/>
          </a:bodyPr>
          <a:lstStyle/>
          <a:p>
            <a:pPr indent="0" lvl="0" marL="0" marR="0" rtl="0" algn="l">
              <a:spcBef>
                <a:spcPts val="0"/>
              </a:spcBef>
              <a:spcAft>
                <a:spcPts val="0"/>
              </a:spcAft>
              <a:buNone/>
            </a:pPr>
            <a:r>
              <a:rPr lang="en" sz="2400">
                <a:solidFill>
                  <a:schemeClr val="dk1"/>
                </a:solidFill>
                <a:latin typeface="Verdana"/>
                <a:ea typeface="Verdana"/>
                <a:cs typeface="Verdana"/>
                <a:sym typeface="Verdana"/>
              </a:rPr>
              <a:t>InterSystems Booth </a:t>
            </a:r>
            <a:endParaRPr/>
          </a:p>
        </p:txBody>
      </p:sp>
      <p:sp>
        <p:nvSpPr>
          <p:cNvPr id="1172" name="Google Shape;1172;p10"/>
          <p:cNvSpPr txBox="1"/>
          <p:nvPr/>
        </p:nvSpPr>
        <p:spPr>
          <a:xfrm>
            <a:off x="7140102" y="301557"/>
            <a:ext cx="0" cy="0"/>
          </a:xfrm>
          <a:prstGeom prst="rect">
            <a:avLst/>
          </a:prstGeom>
          <a:noFill/>
          <a:ln>
            <a:noFill/>
          </a:ln>
        </p:spPr>
        <p:txBody>
          <a:bodyPr anchorCtr="0" anchor="t" bIns="0" lIns="0" spcFirstLastPara="1" rIns="90000" wrap="square" tIns="0">
            <a:noAutofit/>
          </a:bodyPr>
          <a:lstStyle/>
          <a:p>
            <a:pPr indent="0" lvl="0" marL="0" marR="0" rtl="0" algn="l">
              <a:lnSpc>
                <a:spcPct val="90000"/>
              </a:lnSpc>
              <a:spcBef>
                <a:spcPts val="0"/>
              </a:spcBef>
              <a:spcAft>
                <a:spcPts val="0"/>
              </a:spcAft>
              <a:buNone/>
            </a:pPr>
            <a:r>
              <a:t/>
            </a:r>
            <a:endParaRPr sz="2000">
              <a:solidFill>
                <a:schemeClr val="dk1"/>
              </a:solidFill>
              <a:latin typeface="Verdana"/>
              <a:ea typeface="Verdana"/>
              <a:cs typeface="Verdana"/>
              <a:sym typeface="Verdana"/>
            </a:endParaRPr>
          </a:p>
        </p:txBody>
      </p:sp>
      <p:sp>
        <p:nvSpPr>
          <p:cNvPr id="1173" name="Google Shape;1173;p10"/>
          <p:cNvSpPr txBox="1"/>
          <p:nvPr/>
        </p:nvSpPr>
        <p:spPr>
          <a:xfrm>
            <a:off x="1449420" y="3938827"/>
            <a:ext cx="5690681" cy="719848"/>
          </a:xfrm>
          <a:prstGeom prst="rect">
            <a:avLst/>
          </a:prstGeom>
          <a:noFill/>
          <a:ln>
            <a:noFill/>
          </a:ln>
        </p:spPr>
        <p:txBody>
          <a:bodyPr anchorCtr="0" anchor="t" bIns="0" lIns="0" spcFirstLastPara="1" rIns="90000" wrap="square" tIns="0">
            <a:noAutofit/>
          </a:bodyPr>
          <a:lstStyle/>
          <a:p>
            <a:pPr indent="0" lvl="0" marL="0" marR="0" rtl="0" algn="l">
              <a:spcBef>
                <a:spcPts val="0"/>
              </a:spcBef>
              <a:spcAft>
                <a:spcPts val="0"/>
              </a:spcAft>
              <a:buNone/>
            </a:pPr>
            <a:r>
              <a:rPr lang="en" sz="2400">
                <a:solidFill>
                  <a:schemeClr val="dk1"/>
                </a:solidFill>
                <a:latin typeface="Verdana"/>
                <a:ea typeface="Verdana"/>
                <a:cs typeface="Verdana"/>
                <a:sym typeface="Verdana"/>
              </a:rPr>
              <a:t>Slack:</a:t>
            </a:r>
            <a:endParaRPr sz="1800">
              <a:solidFill>
                <a:schemeClr val="dk1"/>
              </a:solidFill>
              <a:latin typeface="Verdana"/>
              <a:ea typeface="Verdana"/>
              <a:cs typeface="Verdana"/>
              <a:sym typeface="Verdana"/>
            </a:endParaRPr>
          </a:p>
          <a:p>
            <a:pPr indent="-342900" lvl="0" marL="342900" marR="0" rtl="0" algn="l">
              <a:spcBef>
                <a:spcPts val="0"/>
              </a:spcBef>
              <a:spcAft>
                <a:spcPts val="0"/>
              </a:spcAft>
              <a:buClr>
                <a:schemeClr val="dk1"/>
              </a:buClr>
              <a:buSzPts val="2400"/>
              <a:buFont typeface="Arial"/>
              <a:buChar char="•"/>
            </a:pPr>
            <a:r>
              <a:rPr lang="en" sz="2400" u="sng">
                <a:solidFill>
                  <a:schemeClr val="dk1"/>
                </a:solidFill>
                <a:latin typeface="Verdana"/>
                <a:ea typeface="Verdana"/>
                <a:cs typeface="Verdana"/>
                <a:sym typeface="Verdana"/>
                <a:hlinkClick r:id="rId4">
                  <a:extLst>
                    <a:ext uri="{A12FA001-AC4F-418D-AE19-62706E023703}">
                      <ahyp:hlinkClr val="tx"/>
                    </a:ext>
                  </a:extLst>
                </a:hlinkClick>
              </a:rPr>
              <a:t>#best-use-of-intersystems-technology-for-ai-and-fhir</a:t>
            </a:r>
            <a:endParaRPr sz="1800">
              <a:solidFill>
                <a:schemeClr val="dk1"/>
              </a:solidFill>
              <a:latin typeface="Verdana"/>
              <a:ea typeface="Verdana"/>
              <a:cs typeface="Verdana"/>
              <a:sym typeface="Verdana"/>
            </a:endParaRPr>
          </a:p>
          <a:p>
            <a:pPr indent="-342900" lvl="0" marL="342900" marR="0" rtl="0" algn="l">
              <a:spcBef>
                <a:spcPts val="0"/>
              </a:spcBef>
              <a:spcAft>
                <a:spcPts val="0"/>
              </a:spcAft>
              <a:buClr>
                <a:schemeClr val="dk1"/>
              </a:buClr>
              <a:buSzPts val="2400"/>
              <a:buFont typeface="Arial"/>
              <a:buChar char="•"/>
            </a:pPr>
            <a:r>
              <a:rPr lang="en" sz="2400" u="sng">
                <a:solidFill>
                  <a:schemeClr val="dk1"/>
                </a:solidFill>
                <a:latin typeface="Verdana"/>
                <a:ea typeface="Verdana"/>
                <a:cs typeface="Verdana"/>
                <a:sym typeface="Verdana"/>
                <a:hlinkClick r:id="rId5">
                  <a:extLst>
                    <a:ext uri="{A12FA001-AC4F-418D-AE19-62706E023703}">
                      <ahyp:hlinkClr val="tx"/>
                    </a:ext>
                  </a:extLst>
                </a:hlinkClick>
              </a:rPr>
              <a:t>#08-tech-helpdesk</a:t>
            </a:r>
            <a:endParaRPr sz="1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2400">
              <a:solidFill>
                <a:schemeClr val="dk1"/>
              </a:solidFill>
              <a:latin typeface="Verdana"/>
              <a:ea typeface="Verdana"/>
              <a:cs typeface="Verdana"/>
              <a:sym typeface="Verdana"/>
            </a:endParaRPr>
          </a:p>
        </p:txBody>
      </p:sp>
      <p:pic>
        <p:nvPicPr>
          <p:cNvPr descr="Image content Color, Graphic, screenshot, circle&#10;&#10;AI-generated content may be incorrect." id="1174" name="Google Shape;1174;p10"/>
          <p:cNvPicPr preferRelativeResize="0"/>
          <p:nvPr/>
        </p:nvPicPr>
        <p:blipFill rotWithShape="1">
          <a:blip r:embed="rId6">
            <a:alphaModFix/>
          </a:blip>
          <a:srcRect b="0" l="0" r="0" t="0"/>
          <a:stretch/>
        </p:blipFill>
        <p:spPr>
          <a:xfrm>
            <a:off x="312576" y="4225679"/>
            <a:ext cx="860246" cy="860246"/>
          </a:xfrm>
          <a:prstGeom prst="rect">
            <a:avLst/>
          </a:prstGeom>
          <a:noFill/>
          <a:ln>
            <a:noFill/>
          </a:ln>
        </p:spPr>
      </p:pic>
      <p:pic>
        <p:nvPicPr>
          <p:cNvPr id="1175" name="Google Shape;1175;p10"/>
          <p:cNvPicPr preferRelativeResize="0"/>
          <p:nvPr/>
        </p:nvPicPr>
        <p:blipFill>
          <a:blip r:embed="rId7">
            <a:alphaModFix/>
          </a:blip>
          <a:stretch>
            <a:fillRect/>
          </a:stretch>
        </p:blipFill>
        <p:spPr>
          <a:xfrm>
            <a:off x="546100" y="311675"/>
            <a:ext cx="3159200" cy="763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00"/>
                                  </p:stCondLst>
                                  <p:childTnLst>
                                    <p:set>
                                      <p:cBhvr>
                                        <p:cTn dur="1" fill="hold">
                                          <p:stCondLst>
                                            <p:cond delay="0"/>
                                          </p:stCondLst>
                                        </p:cTn>
                                        <p:tgtEl>
                                          <p:spTgt spid="1169"/>
                                        </p:tgtEl>
                                        <p:attrNameLst>
                                          <p:attrName>style.visibility</p:attrName>
                                        </p:attrNameLst>
                                      </p:cBhvr>
                                      <p:to>
                                        <p:strVal val="visible"/>
                                      </p:to>
                                    </p:set>
                                    <p:animEffect filter="fade" transition="in">
                                      <p:cBhvr>
                                        <p:cTn dur="500"/>
                                        <p:tgtEl>
                                          <p:spTgt spid="1169"/>
                                        </p:tgtEl>
                                      </p:cBhvr>
                                    </p:animEffect>
                                  </p:childTnLst>
                                </p:cTn>
                              </p:par>
                              <p:par>
                                <p:cTn fill="hold" nodeType="withEffect" presetClass="entr" presetID="10" presetSubtype="0">
                                  <p:stCondLst>
                                    <p:cond delay="200"/>
                                  </p:stCondLst>
                                  <p:childTnLst>
                                    <p:set>
                                      <p:cBhvr>
                                        <p:cTn dur="1" fill="hold">
                                          <p:stCondLst>
                                            <p:cond delay="0"/>
                                          </p:stCondLst>
                                        </p:cTn>
                                        <p:tgtEl>
                                          <p:spTgt spid="1170"/>
                                        </p:tgtEl>
                                        <p:attrNameLst>
                                          <p:attrName>style.visibility</p:attrName>
                                        </p:attrNameLst>
                                      </p:cBhvr>
                                      <p:to>
                                        <p:strVal val="visible"/>
                                      </p:to>
                                    </p:set>
                                    <p:animEffect filter="fade" transition="in">
                                      <p:cBhvr>
                                        <p:cTn dur="500"/>
                                        <p:tgtEl>
                                          <p:spTgt spid="1170"/>
                                        </p:tgtEl>
                                      </p:cBhvr>
                                    </p:animEffect>
                                  </p:childTnLst>
                                </p:cTn>
                              </p:par>
                              <p:par>
                                <p:cTn fill="hold" nodeType="withEffect" presetClass="entr" presetID="10" presetSubtype="0">
                                  <p:stCondLst>
                                    <p:cond delay="200"/>
                                  </p:stCondLst>
                                  <p:childTnLst>
                                    <p:set>
                                      <p:cBhvr>
                                        <p:cTn dur="1" fill="hold">
                                          <p:stCondLst>
                                            <p:cond delay="0"/>
                                          </p:stCondLst>
                                        </p:cTn>
                                        <p:tgtEl>
                                          <p:spTgt spid="1171"/>
                                        </p:tgtEl>
                                        <p:attrNameLst>
                                          <p:attrName>style.visibility</p:attrName>
                                        </p:attrNameLst>
                                      </p:cBhvr>
                                      <p:to>
                                        <p:strVal val="visible"/>
                                      </p:to>
                                    </p:set>
                                    <p:animEffect filter="fade" transition="in">
                                      <p:cBhvr>
                                        <p:cTn dur="500"/>
                                        <p:tgtEl>
                                          <p:spTgt spid="1171"/>
                                        </p:tgtEl>
                                      </p:cBhvr>
                                    </p:animEffect>
                                  </p:childTnLst>
                                </p:cTn>
                              </p:par>
                              <p:par>
                                <p:cTn fill="hold" nodeType="withEffect" presetClass="entr" presetID="10" presetSubtype="0">
                                  <p:stCondLst>
                                    <p:cond delay="200"/>
                                  </p:stCondLst>
                                  <p:childTnLst>
                                    <p:set>
                                      <p:cBhvr>
                                        <p:cTn dur="1" fill="hold">
                                          <p:stCondLst>
                                            <p:cond delay="0"/>
                                          </p:stCondLst>
                                        </p:cTn>
                                        <p:tgtEl>
                                          <p:spTgt spid="1172"/>
                                        </p:tgtEl>
                                        <p:attrNameLst>
                                          <p:attrName>style.visibility</p:attrName>
                                        </p:attrNameLst>
                                      </p:cBhvr>
                                      <p:to>
                                        <p:strVal val="visible"/>
                                      </p:to>
                                    </p:set>
                                    <p:animEffect filter="fade" transition="in">
                                      <p:cBhvr>
                                        <p:cTn dur="500"/>
                                        <p:tgtEl>
                                          <p:spTgt spid="1172"/>
                                        </p:tgtEl>
                                      </p:cBhvr>
                                    </p:animEffect>
                                  </p:childTnLst>
                                </p:cTn>
                              </p:par>
                              <p:par>
                                <p:cTn fill="hold" nodeType="withEffect" presetClass="entr" presetID="10" presetSubtype="0">
                                  <p:stCondLst>
                                    <p:cond delay="200"/>
                                  </p:stCondLst>
                                  <p:childTnLst>
                                    <p:set>
                                      <p:cBhvr>
                                        <p:cTn dur="1" fill="hold">
                                          <p:stCondLst>
                                            <p:cond delay="0"/>
                                          </p:stCondLst>
                                        </p:cTn>
                                        <p:tgtEl>
                                          <p:spTgt spid="1173"/>
                                        </p:tgtEl>
                                        <p:attrNameLst>
                                          <p:attrName>style.visibility</p:attrName>
                                        </p:attrNameLst>
                                      </p:cBhvr>
                                      <p:to>
                                        <p:strVal val="visible"/>
                                      </p:to>
                                    </p:set>
                                    <p:animEffect filter="fade" transition="in">
                                      <p:cBhvr>
                                        <p:cTn dur="500"/>
                                        <p:tgtEl>
                                          <p:spTgt spid="1173"/>
                                        </p:tgtEl>
                                      </p:cBhvr>
                                    </p:animEffect>
                                  </p:childTnLst>
                                </p:cTn>
                              </p:par>
                              <p:par>
                                <p:cTn fill="hold" nodeType="withEffect" presetClass="entr" presetID="10" presetSubtype="0">
                                  <p:stCondLst>
                                    <p:cond delay="200"/>
                                  </p:stCondLst>
                                  <p:childTnLst>
                                    <p:set>
                                      <p:cBhvr>
                                        <p:cTn dur="1" fill="hold">
                                          <p:stCondLst>
                                            <p:cond delay="0"/>
                                          </p:stCondLst>
                                        </p:cTn>
                                        <p:tgtEl>
                                          <p:spTgt spid="1173"/>
                                        </p:tgtEl>
                                        <p:attrNameLst>
                                          <p:attrName>style.visibility</p:attrName>
                                        </p:attrNameLst>
                                      </p:cBhvr>
                                      <p:to>
                                        <p:strVal val="visible"/>
                                      </p:to>
                                    </p:set>
                                    <p:animEffect filter="fade" transition="in">
                                      <p:cBhvr>
                                        <p:cTn dur="500"/>
                                        <p:tgtEl>
                                          <p:spTgt spid="1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InterSystems Light">
  <a:themeElements>
    <a:clrScheme name="Office">
      <a:dk1>
        <a:srgbClr val="000000"/>
      </a:dk1>
      <a:lt1>
        <a:srgbClr val="FFFFFF"/>
      </a:lt1>
      <a:dk2>
        <a:srgbClr val="2F2A95"/>
      </a:dk2>
      <a:lt2>
        <a:srgbClr val="F2F2F2"/>
      </a:lt2>
      <a:accent1>
        <a:srgbClr val="C5B4E2"/>
      </a:accent1>
      <a:accent2>
        <a:srgbClr val="92C0E9"/>
      </a:accent2>
      <a:accent3>
        <a:srgbClr val="006990"/>
      </a:accent3>
      <a:accent4>
        <a:srgbClr val="00B2A9"/>
      </a:accent4>
      <a:accent5>
        <a:srgbClr val="D0BAA9"/>
      </a:accent5>
      <a:accent6>
        <a:srgbClr val="FFA489"/>
      </a:accent6>
      <a:hlink>
        <a:srgbClr val="54C8E8"/>
      </a:hlink>
      <a:folHlink>
        <a:srgbClr val="C5B4E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tiv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erSystems Unity 2">
  <a:themeElements>
    <a:clrScheme name="INSY Unity 2 Colors">
      <a:dk1>
        <a:srgbClr val="000000"/>
      </a:dk1>
      <a:lt1>
        <a:srgbClr val="FFFFFF"/>
      </a:lt1>
      <a:dk2>
        <a:srgbClr val="2F2A95"/>
      </a:dk2>
      <a:lt2>
        <a:srgbClr val="F2F2F2"/>
      </a:lt2>
      <a:accent1>
        <a:srgbClr val="C5B4E2"/>
      </a:accent1>
      <a:accent2>
        <a:srgbClr val="92C0E9"/>
      </a:accent2>
      <a:accent3>
        <a:srgbClr val="006990"/>
      </a:accent3>
      <a:accent4>
        <a:srgbClr val="00B2A9"/>
      </a:accent4>
      <a:accent5>
        <a:srgbClr val="D0BAA9"/>
      </a:accent5>
      <a:accent6>
        <a:srgbClr val="FFA489"/>
      </a:accent6>
      <a:hlink>
        <a:srgbClr val="54C8E8"/>
      </a:hlink>
      <a:folHlink>
        <a:srgbClr val="C5B4E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2022-06-29T13:52:16Z</dcterms:created>
  <dc:creator>Michael Svachulay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0x010100D9CCD4209968A94B8C74B8328D50624D</vt:lpwstr>
  </property>
  <property fmtid="{D5CDD505-2E9C-101B-9397-08002B2CF9AE}" pid="3" name="MediaServiceImageTags">
    <vt:lpwstr/>
  </property>
  <property fmtid="{D5CDD505-2E9C-101B-9397-08002B2CF9AE}" pid="4" name="ArticulateGUID">
    <vt:lpwstr>5834CE22-8520-4251-A63C-41DA703A56A1</vt:lpwstr>
  </property>
  <property fmtid="{D5CDD505-2E9C-101B-9397-08002B2CF9AE}" pid="5" name="ArticulatePath">
    <vt:lpwstr>https://brightcarbon.sharepoint.com/sites/Intranet/Projects/IJKL/InterSystems/INSY Template and Toolkit Project/Design/INSY Unity02 Template 01</vt:lpwstr>
  </property>
</Properties>
</file>